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Quicksan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cneXVVhxxWwROGhmvThIYW5qa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Quicksand-bold.fntdata"/><Relationship Id="rId23" Type="http://schemas.openxmlformats.org/officeDocument/2006/relationships/font" Target="fonts/Quicksan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8f95fb2c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58f95fb2c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AndLine" id="12" name="Google Shape;12;p11"/>
          <p:cNvSpPr/>
          <p:nvPr/>
        </p:nvSpPr>
        <p:spPr>
          <a:xfrm>
            <a:off x="838200" y="4736883"/>
            <a:ext cx="4243589" cy="27432"/>
          </a:xfrm>
          <a:custGeom>
            <a:rect b="b" l="l" r="r" t="t"/>
            <a:pathLst>
              <a:path extrusionOk="0" fill="none" h="27432" w="4243589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243589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 txBox="1"/>
          <p:nvPr>
            <p:ph type="ctrTitle"/>
          </p:nvPr>
        </p:nvSpPr>
        <p:spPr>
          <a:xfrm>
            <a:off x="841248" y="448056"/>
            <a:ext cx="105156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subTitle"/>
          </p:nvPr>
        </p:nvSpPr>
        <p:spPr>
          <a:xfrm>
            <a:off x="841248" y="4983480"/>
            <a:ext cx="1051560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24" name="Google Shape;24;p12"/>
          <p:cNvSpPr/>
          <p:nvPr/>
        </p:nvSpPr>
        <p:spPr>
          <a:xfrm>
            <a:off x="838199" y="1709928"/>
            <a:ext cx="10515600" cy="27432"/>
          </a:xfrm>
          <a:custGeom>
            <a:rect b="b" l="l" r="r" t="t"/>
            <a:pathLst>
              <a:path extrusionOk="0" fill="none" h="27432" w="1051560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extrusionOk="0" h="27432" w="1051560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841248" y="448056"/>
            <a:ext cx="105156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841248" y="4983480"/>
            <a:ext cx="1051560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31" name="Google Shape;31;p13"/>
          <p:cNvSpPr/>
          <p:nvPr/>
        </p:nvSpPr>
        <p:spPr>
          <a:xfrm>
            <a:off x="838200" y="4736883"/>
            <a:ext cx="4243589" cy="27432"/>
          </a:xfrm>
          <a:custGeom>
            <a:rect b="b" l="l" r="r" t="t"/>
            <a:pathLst>
              <a:path extrusionOk="0" fill="none" h="27432" w="4243589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243589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838200" y="1929384"/>
            <a:ext cx="5181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2" type="body"/>
          </p:nvPr>
        </p:nvSpPr>
        <p:spPr>
          <a:xfrm>
            <a:off x="6172200" y="1929384"/>
            <a:ext cx="5181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39" name="Google Shape;39;p14"/>
          <p:cNvSpPr/>
          <p:nvPr/>
        </p:nvSpPr>
        <p:spPr>
          <a:xfrm>
            <a:off x="838199" y="1709928"/>
            <a:ext cx="10515600" cy="27432"/>
          </a:xfrm>
          <a:custGeom>
            <a:rect b="b" l="l" r="r" t="t"/>
            <a:pathLst>
              <a:path extrusionOk="0" fill="none" h="27432" w="1051560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extrusionOk="0" h="27432" w="1051560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839788" y="193852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839788" y="2926080"/>
            <a:ext cx="5157787" cy="3264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72200" y="193852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72200" y="2926080"/>
            <a:ext cx="5183188" cy="3264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49" name="Google Shape;49;p15"/>
          <p:cNvSpPr/>
          <p:nvPr/>
        </p:nvSpPr>
        <p:spPr>
          <a:xfrm>
            <a:off x="838199" y="1709928"/>
            <a:ext cx="10515600" cy="27432"/>
          </a:xfrm>
          <a:custGeom>
            <a:rect b="b" l="l" r="r" t="t"/>
            <a:pathLst>
              <a:path extrusionOk="0" fill="none" h="27432" w="1051560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extrusionOk="0" h="27432" w="1051560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title"/>
          </p:nvPr>
        </p:nvSpPr>
        <p:spPr>
          <a:xfrm>
            <a:off x="2203704" y="1728216"/>
            <a:ext cx="7781544" cy="3392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55" name="Google Shape;55;p16"/>
          <p:cNvSpPr/>
          <p:nvPr/>
        </p:nvSpPr>
        <p:spPr>
          <a:xfrm>
            <a:off x="3974206" y="5126892"/>
            <a:ext cx="4243589" cy="27432"/>
          </a:xfrm>
          <a:custGeom>
            <a:rect b="b" l="l" r="r" t="t"/>
            <a:pathLst>
              <a:path extrusionOk="0" fill="none" h="27432" w="4243589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243589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839788" y="457200"/>
            <a:ext cx="393223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5303520" y="548640"/>
            <a:ext cx="6053328" cy="5431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839788" y="3977640"/>
            <a:ext cx="3932237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67" name="Google Shape;67;p18"/>
          <p:cNvSpPr/>
          <p:nvPr/>
        </p:nvSpPr>
        <p:spPr>
          <a:xfrm rot="5400000">
            <a:off x="2797492" y="3254143"/>
            <a:ext cx="4480560" cy="27432"/>
          </a:xfrm>
          <a:custGeom>
            <a:rect b="b" l="l" r="r" t="t"/>
            <a:pathLst>
              <a:path extrusionOk="0" fill="none" h="27432" w="448056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48056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444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9788" y="457200"/>
            <a:ext cx="393192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/>
          <p:nvPr>
            <p:ph idx="2" type="pic"/>
          </p:nvPr>
        </p:nvSpPr>
        <p:spPr>
          <a:xfrm>
            <a:off x="5303520" y="548640"/>
            <a:ext cx="6053328" cy="5431536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839788" y="3977640"/>
            <a:ext cx="3931920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75" name="Google Shape;75;p19"/>
          <p:cNvSpPr/>
          <p:nvPr/>
        </p:nvSpPr>
        <p:spPr>
          <a:xfrm rot="5400000">
            <a:off x="2798064" y="3254143"/>
            <a:ext cx="4480560" cy="27432"/>
          </a:xfrm>
          <a:custGeom>
            <a:rect b="b" l="l" r="r" t="t"/>
            <a:pathLst>
              <a:path extrusionOk="0" fill="none" h="27432" w="448056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48056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444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665094" y="1168517"/>
            <a:ext cx="4895217" cy="4424065"/>
          </a:xfrm>
          <a:custGeom>
            <a:rect b="b" l="l" r="r" t="t"/>
            <a:pathLst>
              <a:path extrusionOk="0" h="4424065" w="5531319">
                <a:moveTo>
                  <a:pt x="2612540" y="836"/>
                </a:moveTo>
                <a:cubicBezTo>
                  <a:pt x="2715913" y="-4250"/>
                  <a:pt x="2831239" y="14695"/>
                  <a:pt x="2946310" y="35548"/>
                </a:cubicBezTo>
                <a:cubicBezTo>
                  <a:pt x="3291651" y="98106"/>
                  <a:pt x="3631143" y="182915"/>
                  <a:pt x="3961099" y="303581"/>
                </a:cubicBezTo>
                <a:cubicBezTo>
                  <a:pt x="4278340" y="419543"/>
                  <a:pt x="4581340" y="563350"/>
                  <a:pt x="4854587" y="764502"/>
                </a:cubicBezTo>
                <a:cubicBezTo>
                  <a:pt x="5067437" y="921152"/>
                  <a:pt x="5250407" y="1105521"/>
                  <a:pt x="5377812" y="1339732"/>
                </a:cubicBezTo>
                <a:cubicBezTo>
                  <a:pt x="5459811" y="1489986"/>
                  <a:pt x="5510303" y="1655396"/>
                  <a:pt x="5526197" y="1825829"/>
                </a:cubicBezTo>
                <a:cubicBezTo>
                  <a:pt x="5538276" y="1951327"/>
                  <a:pt x="5527341" y="2074917"/>
                  <a:pt x="5510557" y="2199398"/>
                </a:cubicBezTo>
                <a:cubicBezTo>
                  <a:pt x="5502966" y="2266991"/>
                  <a:pt x="5502712" y="2335195"/>
                  <a:pt x="5509795" y="2402839"/>
                </a:cubicBezTo>
                <a:cubicBezTo>
                  <a:pt x="5534207" y="2664197"/>
                  <a:pt x="5468471" y="2926051"/>
                  <a:pt x="5323519" y="3144890"/>
                </a:cubicBezTo>
                <a:cubicBezTo>
                  <a:pt x="5201339" y="3332234"/>
                  <a:pt x="5041041" y="3491719"/>
                  <a:pt x="4853061" y="3612932"/>
                </a:cubicBezTo>
                <a:cubicBezTo>
                  <a:pt x="4671109" y="3732072"/>
                  <a:pt x="4498565" y="3864563"/>
                  <a:pt x="4316358" y="3982940"/>
                </a:cubicBezTo>
                <a:cubicBezTo>
                  <a:pt x="4019716" y="4175573"/>
                  <a:pt x="3701076" y="4317347"/>
                  <a:pt x="3352556" y="4386771"/>
                </a:cubicBezTo>
                <a:cubicBezTo>
                  <a:pt x="3160953" y="4425590"/>
                  <a:pt x="2964455" y="4434173"/>
                  <a:pt x="2770206" y="4412201"/>
                </a:cubicBezTo>
                <a:cubicBezTo>
                  <a:pt x="2685524" y="4402537"/>
                  <a:pt x="2599952" y="4402410"/>
                  <a:pt x="2514888" y="4393637"/>
                </a:cubicBezTo>
                <a:cubicBezTo>
                  <a:pt x="2307136" y="4370851"/>
                  <a:pt x="2102208" y="4327277"/>
                  <a:pt x="1903166" y="4263562"/>
                </a:cubicBezTo>
                <a:cubicBezTo>
                  <a:pt x="1560622" y="4156119"/>
                  <a:pt x="1238931" y="4006972"/>
                  <a:pt x="948392" y="3794249"/>
                </a:cubicBezTo>
                <a:cubicBezTo>
                  <a:pt x="647553" y="3573897"/>
                  <a:pt x="396812" y="3308660"/>
                  <a:pt x="223633" y="2975526"/>
                </a:cubicBezTo>
                <a:cubicBezTo>
                  <a:pt x="129453" y="2796370"/>
                  <a:pt x="67149" y="2602198"/>
                  <a:pt x="39519" y="2401695"/>
                </a:cubicBezTo>
                <a:cubicBezTo>
                  <a:pt x="34509" y="2367555"/>
                  <a:pt x="26728" y="2333872"/>
                  <a:pt x="16251" y="2300991"/>
                </a:cubicBezTo>
                <a:cubicBezTo>
                  <a:pt x="-9180" y="2218598"/>
                  <a:pt x="-25" y="2135695"/>
                  <a:pt x="11800" y="2053556"/>
                </a:cubicBezTo>
                <a:cubicBezTo>
                  <a:pt x="93685" y="1480615"/>
                  <a:pt x="377867" y="1021983"/>
                  <a:pt x="812849" y="651084"/>
                </a:cubicBezTo>
                <a:cubicBezTo>
                  <a:pt x="1176754" y="340201"/>
                  <a:pt x="1598259" y="146042"/>
                  <a:pt x="2066809" y="52586"/>
                </a:cubicBezTo>
                <a:cubicBezTo>
                  <a:pt x="2154543" y="35039"/>
                  <a:pt x="2243040" y="23087"/>
                  <a:pt x="2332045" y="14441"/>
                </a:cubicBezTo>
                <a:cubicBezTo>
                  <a:pt x="2421051" y="5794"/>
                  <a:pt x="2508912" y="2107"/>
                  <a:pt x="2612540" y="836"/>
                </a:cubicBezTo>
                <a:close/>
                <a:moveTo>
                  <a:pt x="5468597" y="2088522"/>
                </a:moveTo>
                <a:cubicBezTo>
                  <a:pt x="5479329" y="2001424"/>
                  <a:pt x="5480181" y="1913385"/>
                  <a:pt x="5471140" y="1826083"/>
                </a:cubicBezTo>
                <a:cubicBezTo>
                  <a:pt x="5455336" y="1662962"/>
                  <a:pt x="5406306" y="1504799"/>
                  <a:pt x="5327079" y="1361348"/>
                </a:cubicBezTo>
                <a:cubicBezTo>
                  <a:pt x="5206159" y="1140233"/>
                  <a:pt x="5033361" y="965782"/>
                  <a:pt x="4833353" y="816507"/>
                </a:cubicBezTo>
                <a:cubicBezTo>
                  <a:pt x="4597234" y="640276"/>
                  <a:pt x="4336321" y="509438"/>
                  <a:pt x="4063456" y="400724"/>
                </a:cubicBezTo>
                <a:cubicBezTo>
                  <a:pt x="4033359" y="388607"/>
                  <a:pt x="4003059" y="376909"/>
                  <a:pt x="3972543" y="365631"/>
                </a:cubicBezTo>
                <a:cubicBezTo>
                  <a:pt x="3943679" y="354950"/>
                  <a:pt x="3914562" y="345033"/>
                  <a:pt x="3885571" y="334733"/>
                </a:cubicBezTo>
                <a:cubicBezTo>
                  <a:pt x="4046888" y="406840"/>
                  <a:pt x="4203652" y="488713"/>
                  <a:pt x="4355012" y="579880"/>
                </a:cubicBezTo>
                <a:cubicBezTo>
                  <a:pt x="4662081" y="768063"/>
                  <a:pt x="4933802" y="995790"/>
                  <a:pt x="5144618" y="1290779"/>
                </a:cubicBezTo>
                <a:cubicBezTo>
                  <a:pt x="5314364" y="1528042"/>
                  <a:pt x="5426257" y="1789591"/>
                  <a:pt x="5468597" y="2088522"/>
                </a:cubicBezTo>
                <a:close/>
                <a:moveTo>
                  <a:pt x="2219771" y="85645"/>
                </a:moveTo>
                <a:cubicBezTo>
                  <a:pt x="2206942" y="84005"/>
                  <a:pt x="2193909" y="85264"/>
                  <a:pt x="2181626" y="89333"/>
                </a:cubicBezTo>
                <a:cubicBezTo>
                  <a:pt x="1932919" y="125113"/>
                  <a:pt x="1690799" y="197118"/>
                  <a:pt x="1462971" y="303073"/>
                </a:cubicBezTo>
                <a:cubicBezTo>
                  <a:pt x="971788" y="529528"/>
                  <a:pt x="578129" y="865460"/>
                  <a:pt x="308697" y="1338461"/>
                </a:cubicBezTo>
                <a:cubicBezTo>
                  <a:pt x="180224" y="1561852"/>
                  <a:pt x="97652" y="1808638"/>
                  <a:pt x="65839" y="2064364"/>
                </a:cubicBezTo>
                <a:cubicBezTo>
                  <a:pt x="71942" y="2050505"/>
                  <a:pt x="77283" y="2036391"/>
                  <a:pt x="82114" y="2022150"/>
                </a:cubicBezTo>
                <a:cubicBezTo>
                  <a:pt x="170103" y="1763653"/>
                  <a:pt x="279579" y="1515073"/>
                  <a:pt x="423260" y="1282260"/>
                </a:cubicBezTo>
                <a:cubicBezTo>
                  <a:pt x="630769" y="945565"/>
                  <a:pt x="895370" y="664944"/>
                  <a:pt x="1231811" y="454001"/>
                </a:cubicBezTo>
                <a:cubicBezTo>
                  <a:pt x="1535192" y="263783"/>
                  <a:pt x="1866801" y="149729"/>
                  <a:pt x="2219771" y="85645"/>
                </a:cubicBezTo>
                <a:close/>
                <a:moveTo>
                  <a:pt x="2855524" y="4364392"/>
                </a:moveTo>
                <a:cubicBezTo>
                  <a:pt x="3386633" y="4394018"/>
                  <a:pt x="3853530" y="4210158"/>
                  <a:pt x="4292327" y="3931444"/>
                </a:cubicBezTo>
                <a:cubicBezTo>
                  <a:pt x="3830134" y="4131325"/>
                  <a:pt x="3346707" y="4259111"/>
                  <a:pt x="2855652" y="4364392"/>
                </a:cubicBezTo>
                <a:close/>
                <a:moveTo>
                  <a:pt x="3869805" y="330156"/>
                </a:moveTo>
                <a:lnTo>
                  <a:pt x="3865736" y="329520"/>
                </a:lnTo>
                <a:cubicBezTo>
                  <a:pt x="3865736" y="329520"/>
                  <a:pt x="3865736" y="330410"/>
                  <a:pt x="3866499" y="330537"/>
                </a:cubicBezTo>
                <a:close/>
                <a:moveTo>
                  <a:pt x="4302117" y="3923561"/>
                </a:moveTo>
                <a:lnTo>
                  <a:pt x="4301101" y="3924959"/>
                </a:lnTo>
                <a:lnTo>
                  <a:pt x="4302880" y="3924959"/>
                </a:lnTo>
                <a:close/>
              </a:path>
            </a:pathLst>
          </a:custGeom>
          <a:solidFill>
            <a:srgbClr val="0083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fish with flowers and leaves&#10;&#10;AI-generated content may be incorrect." id="94" name="Google Shape;94;p3"/>
          <p:cNvPicPr preferRelativeResize="0"/>
          <p:nvPr/>
        </p:nvPicPr>
        <p:blipFill rotWithShape="1">
          <a:blip r:embed="rId3">
            <a:alphaModFix/>
          </a:blip>
          <a:srcRect b="303" l="0" r="0" t="0"/>
          <a:stretch/>
        </p:blipFill>
        <p:spPr>
          <a:xfrm>
            <a:off x="643467" y="664641"/>
            <a:ext cx="5448327" cy="543181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>
            <p:ph type="ctrTitle"/>
          </p:nvPr>
        </p:nvSpPr>
        <p:spPr>
          <a:xfrm>
            <a:off x="7363307" y="76205"/>
            <a:ext cx="41970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r>
              <a:rPr b="1" lang="en-US" sz="37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LabEcohumana</a:t>
            </a:r>
            <a:endParaRPr sz="7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8f95fb2ce_0_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58f95fb2ce_0_9"/>
          <p:cNvSpPr/>
          <p:nvPr/>
        </p:nvSpPr>
        <p:spPr>
          <a:xfrm>
            <a:off x="6665094" y="1168517"/>
            <a:ext cx="4895217" cy="4424065"/>
          </a:xfrm>
          <a:custGeom>
            <a:rect b="b" l="l" r="r" t="t"/>
            <a:pathLst>
              <a:path extrusionOk="0" h="4424065" w="5531319">
                <a:moveTo>
                  <a:pt x="2612540" y="836"/>
                </a:moveTo>
                <a:cubicBezTo>
                  <a:pt x="2715913" y="-4250"/>
                  <a:pt x="2831239" y="14695"/>
                  <a:pt x="2946310" y="35548"/>
                </a:cubicBezTo>
                <a:cubicBezTo>
                  <a:pt x="3291651" y="98106"/>
                  <a:pt x="3631143" y="182915"/>
                  <a:pt x="3961099" y="303581"/>
                </a:cubicBezTo>
                <a:cubicBezTo>
                  <a:pt x="4278340" y="419543"/>
                  <a:pt x="4581340" y="563350"/>
                  <a:pt x="4854587" y="764502"/>
                </a:cubicBezTo>
                <a:cubicBezTo>
                  <a:pt x="5067437" y="921152"/>
                  <a:pt x="5250407" y="1105521"/>
                  <a:pt x="5377812" y="1339732"/>
                </a:cubicBezTo>
                <a:cubicBezTo>
                  <a:pt x="5459811" y="1489986"/>
                  <a:pt x="5510303" y="1655396"/>
                  <a:pt x="5526197" y="1825829"/>
                </a:cubicBezTo>
                <a:cubicBezTo>
                  <a:pt x="5538276" y="1951327"/>
                  <a:pt x="5527341" y="2074917"/>
                  <a:pt x="5510557" y="2199398"/>
                </a:cubicBezTo>
                <a:cubicBezTo>
                  <a:pt x="5502966" y="2266991"/>
                  <a:pt x="5502712" y="2335195"/>
                  <a:pt x="5509795" y="2402839"/>
                </a:cubicBezTo>
                <a:cubicBezTo>
                  <a:pt x="5534207" y="2664197"/>
                  <a:pt x="5468471" y="2926051"/>
                  <a:pt x="5323519" y="3144890"/>
                </a:cubicBezTo>
                <a:cubicBezTo>
                  <a:pt x="5201339" y="3332234"/>
                  <a:pt x="5041041" y="3491719"/>
                  <a:pt x="4853061" y="3612932"/>
                </a:cubicBezTo>
                <a:cubicBezTo>
                  <a:pt x="4671109" y="3732072"/>
                  <a:pt x="4498565" y="3864563"/>
                  <a:pt x="4316358" y="3982940"/>
                </a:cubicBezTo>
                <a:cubicBezTo>
                  <a:pt x="4019716" y="4175573"/>
                  <a:pt x="3701076" y="4317347"/>
                  <a:pt x="3352556" y="4386771"/>
                </a:cubicBezTo>
                <a:cubicBezTo>
                  <a:pt x="3160953" y="4425590"/>
                  <a:pt x="2964455" y="4434173"/>
                  <a:pt x="2770206" y="4412201"/>
                </a:cubicBezTo>
                <a:cubicBezTo>
                  <a:pt x="2685524" y="4402537"/>
                  <a:pt x="2599952" y="4402410"/>
                  <a:pt x="2514888" y="4393637"/>
                </a:cubicBezTo>
                <a:cubicBezTo>
                  <a:pt x="2307136" y="4370851"/>
                  <a:pt x="2102208" y="4327277"/>
                  <a:pt x="1903166" y="4263562"/>
                </a:cubicBezTo>
                <a:cubicBezTo>
                  <a:pt x="1560622" y="4156119"/>
                  <a:pt x="1238931" y="4006972"/>
                  <a:pt x="948392" y="3794249"/>
                </a:cubicBezTo>
                <a:cubicBezTo>
                  <a:pt x="647553" y="3573897"/>
                  <a:pt x="396812" y="3308660"/>
                  <a:pt x="223633" y="2975526"/>
                </a:cubicBezTo>
                <a:cubicBezTo>
                  <a:pt x="129453" y="2796370"/>
                  <a:pt x="67149" y="2602198"/>
                  <a:pt x="39519" y="2401695"/>
                </a:cubicBezTo>
                <a:cubicBezTo>
                  <a:pt x="34509" y="2367555"/>
                  <a:pt x="26728" y="2333872"/>
                  <a:pt x="16251" y="2300991"/>
                </a:cubicBezTo>
                <a:cubicBezTo>
                  <a:pt x="-9180" y="2218598"/>
                  <a:pt x="-25" y="2135695"/>
                  <a:pt x="11800" y="2053556"/>
                </a:cubicBezTo>
                <a:cubicBezTo>
                  <a:pt x="93685" y="1480615"/>
                  <a:pt x="377867" y="1021983"/>
                  <a:pt x="812849" y="651084"/>
                </a:cubicBezTo>
                <a:cubicBezTo>
                  <a:pt x="1176754" y="340201"/>
                  <a:pt x="1598259" y="146042"/>
                  <a:pt x="2066809" y="52586"/>
                </a:cubicBezTo>
                <a:cubicBezTo>
                  <a:pt x="2154543" y="35039"/>
                  <a:pt x="2243040" y="23087"/>
                  <a:pt x="2332045" y="14441"/>
                </a:cubicBezTo>
                <a:cubicBezTo>
                  <a:pt x="2421051" y="5794"/>
                  <a:pt x="2508912" y="2107"/>
                  <a:pt x="2612540" y="836"/>
                </a:cubicBezTo>
                <a:close/>
                <a:moveTo>
                  <a:pt x="5468597" y="2088522"/>
                </a:moveTo>
                <a:cubicBezTo>
                  <a:pt x="5479329" y="2001424"/>
                  <a:pt x="5480181" y="1913385"/>
                  <a:pt x="5471140" y="1826083"/>
                </a:cubicBezTo>
                <a:cubicBezTo>
                  <a:pt x="5455336" y="1662962"/>
                  <a:pt x="5406306" y="1504799"/>
                  <a:pt x="5327079" y="1361348"/>
                </a:cubicBezTo>
                <a:cubicBezTo>
                  <a:pt x="5206159" y="1140233"/>
                  <a:pt x="5033361" y="965782"/>
                  <a:pt x="4833353" y="816507"/>
                </a:cubicBezTo>
                <a:cubicBezTo>
                  <a:pt x="4597234" y="640276"/>
                  <a:pt x="4336321" y="509438"/>
                  <a:pt x="4063456" y="400724"/>
                </a:cubicBezTo>
                <a:cubicBezTo>
                  <a:pt x="4033359" y="388607"/>
                  <a:pt x="4003059" y="376909"/>
                  <a:pt x="3972543" y="365631"/>
                </a:cubicBezTo>
                <a:cubicBezTo>
                  <a:pt x="3943679" y="354950"/>
                  <a:pt x="3914562" y="345033"/>
                  <a:pt x="3885571" y="334733"/>
                </a:cubicBezTo>
                <a:cubicBezTo>
                  <a:pt x="4046888" y="406840"/>
                  <a:pt x="4203652" y="488713"/>
                  <a:pt x="4355012" y="579880"/>
                </a:cubicBezTo>
                <a:cubicBezTo>
                  <a:pt x="4662081" y="768063"/>
                  <a:pt x="4933802" y="995790"/>
                  <a:pt x="5144618" y="1290779"/>
                </a:cubicBezTo>
                <a:cubicBezTo>
                  <a:pt x="5314364" y="1528042"/>
                  <a:pt x="5426257" y="1789591"/>
                  <a:pt x="5468597" y="2088522"/>
                </a:cubicBezTo>
                <a:close/>
                <a:moveTo>
                  <a:pt x="2219771" y="85645"/>
                </a:moveTo>
                <a:cubicBezTo>
                  <a:pt x="2206942" y="84005"/>
                  <a:pt x="2193909" y="85264"/>
                  <a:pt x="2181626" y="89333"/>
                </a:cubicBezTo>
                <a:cubicBezTo>
                  <a:pt x="1932919" y="125113"/>
                  <a:pt x="1690799" y="197118"/>
                  <a:pt x="1462971" y="303073"/>
                </a:cubicBezTo>
                <a:cubicBezTo>
                  <a:pt x="971788" y="529528"/>
                  <a:pt x="578129" y="865460"/>
                  <a:pt x="308697" y="1338461"/>
                </a:cubicBezTo>
                <a:cubicBezTo>
                  <a:pt x="180224" y="1561852"/>
                  <a:pt x="97652" y="1808638"/>
                  <a:pt x="65839" y="2064364"/>
                </a:cubicBezTo>
                <a:cubicBezTo>
                  <a:pt x="71942" y="2050505"/>
                  <a:pt x="77283" y="2036391"/>
                  <a:pt x="82114" y="2022150"/>
                </a:cubicBezTo>
                <a:cubicBezTo>
                  <a:pt x="170103" y="1763653"/>
                  <a:pt x="279579" y="1515073"/>
                  <a:pt x="423260" y="1282260"/>
                </a:cubicBezTo>
                <a:cubicBezTo>
                  <a:pt x="630769" y="945565"/>
                  <a:pt x="895370" y="664944"/>
                  <a:pt x="1231811" y="454001"/>
                </a:cubicBezTo>
                <a:cubicBezTo>
                  <a:pt x="1535192" y="263783"/>
                  <a:pt x="1866801" y="149729"/>
                  <a:pt x="2219771" y="85645"/>
                </a:cubicBezTo>
                <a:close/>
                <a:moveTo>
                  <a:pt x="2855524" y="4364392"/>
                </a:moveTo>
                <a:cubicBezTo>
                  <a:pt x="3386633" y="4394018"/>
                  <a:pt x="3853530" y="4210158"/>
                  <a:pt x="4292327" y="3931444"/>
                </a:cubicBezTo>
                <a:cubicBezTo>
                  <a:pt x="3830134" y="4131325"/>
                  <a:pt x="3346707" y="4259111"/>
                  <a:pt x="2855652" y="4364392"/>
                </a:cubicBezTo>
                <a:close/>
                <a:moveTo>
                  <a:pt x="3869805" y="330156"/>
                </a:moveTo>
                <a:lnTo>
                  <a:pt x="3865736" y="329520"/>
                </a:lnTo>
                <a:cubicBezTo>
                  <a:pt x="3865736" y="329520"/>
                  <a:pt x="3865736" y="330410"/>
                  <a:pt x="3866499" y="330537"/>
                </a:cubicBezTo>
                <a:close/>
                <a:moveTo>
                  <a:pt x="4302117" y="3923561"/>
                </a:moveTo>
                <a:lnTo>
                  <a:pt x="4301101" y="3924959"/>
                </a:lnTo>
                <a:lnTo>
                  <a:pt x="4302880" y="3924959"/>
                </a:lnTo>
                <a:close/>
              </a:path>
            </a:pathLst>
          </a:custGeom>
          <a:solidFill>
            <a:srgbClr val="FF8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fish with flowers and leaves&#10;&#10;AI-generated content may be incorrect." id="102" name="Google Shape;102;g358f95fb2ce_0_9"/>
          <p:cNvPicPr preferRelativeResize="0"/>
          <p:nvPr/>
        </p:nvPicPr>
        <p:blipFill rotWithShape="1">
          <a:blip r:embed="rId3">
            <a:alphaModFix/>
          </a:blip>
          <a:srcRect b="299" l="0" r="0" t="0"/>
          <a:stretch/>
        </p:blipFill>
        <p:spPr>
          <a:xfrm>
            <a:off x="643467" y="664641"/>
            <a:ext cx="5448328" cy="543181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58f95fb2ce_0_9"/>
          <p:cNvSpPr txBox="1"/>
          <p:nvPr>
            <p:ph type="ctrTitle"/>
          </p:nvPr>
        </p:nvSpPr>
        <p:spPr>
          <a:xfrm>
            <a:off x="7363307" y="76205"/>
            <a:ext cx="41970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r>
              <a:rPr b="1" lang="en-US" sz="37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LabEcohumana</a:t>
            </a:r>
            <a:endParaRPr sz="7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/>
          <p:nvPr/>
        </p:nvSpPr>
        <p:spPr>
          <a:xfrm>
            <a:off x="1500" y="-71675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>
            <p:ph type="ctrTitle"/>
          </p:nvPr>
        </p:nvSpPr>
        <p:spPr>
          <a:xfrm>
            <a:off x="826088" y="277130"/>
            <a:ext cx="37341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r>
              <a:rPr b="1" lang="en-US" sz="3700">
                <a:solidFill>
                  <a:srgbClr val="008389"/>
                </a:solidFill>
                <a:latin typeface="Quicksand"/>
                <a:ea typeface="Quicksand"/>
                <a:cs typeface="Quicksand"/>
                <a:sym typeface="Quicksand"/>
              </a:rPr>
              <a:t>LabEcohumana</a:t>
            </a:r>
            <a:endParaRPr b="1" sz="6500">
              <a:solidFill>
                <a:srgbClr val="008389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902288" y="3893917"/>
            <a:ext cx="3474720" cy="27432"/>
          </a:xfrm>
          <a:custGeom>
            <a:rect b="b" l="l" r="r" t="t"/>
            <a:pathLst>
              <a:path extrusionOk="0" fill="none" h="27432" w="3474720">
                <a:moveTo>
                  <a:pt x="0" y="0"/>
                </a:moveTo>
                <a:cubicBezTo>
                  <a:pt x="307185" y="-8713"/>
                  <a:pt x="392307" y="-13121"/>
                  <a:pt x="660197" y="0"/>
                </a:cubicBezTo>
                <a:cubicBezTo>
                  <a:pt x="928087" y="13121"/>
                  <a:pt x="1167029" y="-2668"/>
                  <a:pt x="1355141" y="0"/>
                </a:cubicBezTo>
                <a:cubicBezTo>
                  <a:pt x="1543253" y="2668"/>
                  <a:pt x="1739408" y="-6709"/>
                  <a:pt x="2084832" y="0"/>
                </a:cubicBezTo>
                <a:cubicBezTo>
                  <a:pt x="2430256" y="6709"/>
                  <a:pt x="2538889" y="29706"/>
                  <a:pt x="2814523" y="0"/>
                </a:cubicBezTo>
                <a:cubicBezTo>
                  <a:pt x="3090157" y="-29706"/>
                  <a:pt x="3152920" y="-15446"/>
                  <a:pt x="3474720" y="0"/>
                </a:cubicBezTo>
                <a:cubicBezTo>
                  <a:pt x="3473554" y="7395"/>
                  <a:pt x="3474765" y="21864"/>
                  <a:pt x="3474720" y="27432"/>
                </a:cubicBezTo>
                <a:cubicBezTo>
                  <a:pt x="3275380" y="12730"/>
                  <a:pt x="2958934" y="10130"/>
                  <a:pt x="2710282" y="27432"/>
                </a:cubicBezTo>
                <a:cubicBezTo>
                  <a:pt x="2461630" y="44734"/>
                  <a:pt x="2131168" y="43757"/>
                  <a:pt x="1945843" y="27432"/>
                </a:cubicBezTo>
                <a:cubicBezTo>
                  <a:pt x="1760518" y="11107"/>
                  <a:pt x="1444829" y="-3738"/>
                  <a:pt x="1250899" y="27432"/>
                </a:cubicBezTo>
                <a:cubicBezTo>
                  <a:pt x="1056969" y="58602"/>
                  <a:pt x="444992" y="52761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extrusionOk="0" h="27432" w="3474720">
                <a:moveTo>
                  <a:pt x="0" y="0"/>
                </a:moveTo>
                <a:cubicBezTo>
                  <a:pt x="300114" y="-5103"/>
                  <a:pt x="525093" y="-25284"/>
                  <a:pt x="660197" y="0"/>
                </a:cubicBezTo>
                <a:cubicBezTo>
                  <a:pt x="795301" y="25284"/>
                  <a:pt x="1023172" y="17955"/>
                  <a:pt x="1250899" y="0"/>
                </a:cubicBezTo>
                <a:cubicBezTo>
                  <a:pt x="1478626" y="-17955"/>
                  <a:pt x="1782079" y="-27844"/>
                  <a:pt x="2015338" y="0"/>
                </a:cubicBezTo>
                <a:cubicBezTo>
                  <a:pt x="2248597" y="27844"/>
                  <a:pt x="2491007" y="27648"/>
                  <a:pt x="2675534" y="0"/>
                </a:cubicBezTo>
                <a:cubicBezTo>
                  <a:pt x="2860061" y="-27648"/>
                  <a:pt x="3088679" y="-3661"/>
                  <a:pt x="3474720" y="0"/>
                </a:cubicBezTo>
                <a:cubicBezTo>
                  <a:pt x="3474913" y="12649"/>
                  <a:pt x="3473732" y="17989"/>
                  <a:pt x="3474720" y="27432"/>
                </a:cubicBezTo>
                <a:cubicBezTo>
                  <a:pt x="3317198" y="15714"/>
                  <a:pt x="2959205" y="52182"/>
                  <a:pt x="2779776" y="27432"/>
                </a:cubicBezTo>
                <a:cubicBezTo>
                  <a:pt x="2600347" y="2682"/>
                  <a:pt x="2382660" y="-684"/>
                  <a:pt x="2015338" y="27432"/>
                </a:cubicBezTo>
                <a:cubicBezTo>
                  <a:pt x="1648016" y="55548"/>
                  <a:pt x="1641073" y="39646"/>
                  <a:pt x="1424635" y="27432"/>
                </a:cubicBezTo>
                <a:cubicBezTo>
                  <a:pt x="1208197" y="15218"/>
                  <a:pt x="1021559" y="15893"/>
                  <a:pt x="729691" y="27432"/>
                </a:cubicBezTo>
                <a:cubicBezTo>
                  <a:pt x="437823" y="38971"/>
                  <a:pt x="153856" y="-2647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FF8247"/>
          </a:solidFill>
          <a:ln cap="rnd" cmpd="sng" w="38100">
            <a:solidFill>
              <a:srgbClr val="FF8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fish with flowers and leaves&#10;&#10;AI-generated content may be incorrect." id="111" name="Google Shape;111;p1"/>
          <p:cNvPicPr preferRelativeResize="0"/>
          <p:nvPr/>
        </p:nvPicPr>
        <p:blipFill rotWithShape="1">
          <a:blip r:embed="rId3">
            <a:alphaModFix/>
          </a:blip>
          <a:srcRect b="303" l="0" r="0" t="0"/>
          <a:stretch/>
        </p:blipFill>
        <p:spPr>
          <a:xfrm>
            <a:off x="5311702" y="10"/>
            <a:ext cx="6878775" cy="6857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/>
          <p:nvPr/>
        </p:nvSpPr>
        <p:spPr>
          <a:xfrm>
            <a:off x="150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>
            <p:ph type="ctrTitle"/>
          </p:nvPr>
        </p:nvSpPr>
        <p:spPr>
          <a:xfrm>
            <a:off x="7091157" y="-9870"/>
            <a:ext cx="41970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r>
              <a:rPr b="1" lang="en-US" sz="3700">
                <a:solidFill>
                  <a:srgbClr val="008389"/>
                </a:solidFill>
                <a:latin typeface="Quicksand"/>
                <a:ea typeface="Quicksand"/>
                <a:cs typeface="Quicksand"/>
                <a:sym typeface="Quicksand"/>
              </a:rPr>
              <a:t>LabEcohumana</a:t>
            </a:r>
            <a:endParaRPr sz="7400"/>
          </a:p>
        </p:txBody>
      </p:sp>
      <p:pic>
        <p:nvPicPr>
          <p:cNvPr descr="A fish with flowers and leaves&#10;&#10;AI-generated content may be incorrect." id="118" name="Google Shape;118;p2"/>
          <p:cNvPicPr preferRelativeResize="0"/>
          <p:nvPr/>
        </p:nvPicPr>
        <p:blipFill rotWithShape="1">
          <a:blip r:embed="rId3">
            <a:alphaModFix/>
          </a:blip>
          <a:srcRect b="12554" l="0" r="-2598" t="216"/>
          <a:stretch/>
        </p:blipFill>
        <p:spPr>
          <a:xfrm>
            <a:off x="772906" y="982507"/>
            <a:ext cx="5557115" cy="4724702"/>
          </a:xfrm>
          <a:custGeom>
            <a:rect b="b" l="l" r="r" t="t"/>
            <a:pathLst>
              <a:path extrusionOk="0" h="4424065" w="5531320">
                <a:moveTo>
                  <a:pt x="4292328" y="3931444"/>
                </a:moveTo>
                <a:cubicBezTo>
                  <a:pt x="3830135" y="4131325"/>
                  <a:pt x="3346708" y="4259111"/>
                  <a:pt x="2855653" y="4364392"/>
                </a:cubicBezTo>
                <a:lnTo>
                  <a:pt x="2855525" y="4364392"/>
                </a:lnTo>
                <a:cubicBezTo>
                  <a:pt x="3386634" y="4394018"/>
                  <a:pt x="3853531" y="4210158"/>
                  <a:pt x="4292328" y="3931444"/>
                </a:cubicBezTo>
                <a:close/>
                <a:moveTo>
                  <a:pt x="4302118" y="3923561"/>
                </a:moveTo>
                <a:lnTo>
                  <a:pt x="4301102" y="3924959"/>
                </a:lnTo>
                <a:lnTo>
                  <a:pt x="4302881" y="3924959"/>
                </a:lnTo>
                <a:close/>
                <a:moveTo>
                  <a:pt x="3885572" y="334733"/>
                </a:moveTo>
                <a:cubicBezTo>
                  <a:pt x="4046889" y="406840"/>
                  <a:pt x="4203653" y="488713"/>
                  <a:pt x="4355013" y="579880"/>
                </a:cubicBezTo>
                <a:cubicBezTo>
                  <a:pt x="4662082" y="768063"/>
                  <a:pt x="4933803" y="995790"/>
                  <a:pt x="5144619" y="1290779"/>
                </a:cubicBezTo>
                <a:cubicBezTo>
                  <a:pt x="5314365" y="1528042"/>
                  <a:pt x="5426258" y="1789591"/>
                  <a:pt x="5468598" y="2088522"/>
                </a:cubicBezTo>
                <a:cubicBezTo>
                  <a:pt x="5479330" y="2001424"/>
                  <a:pt x="5480182" y="1913385"/>
                  <a:pt x="5471141" y="1826083"/>
                </a:cubicBezTo>
                <a:cubicBezTo>
                  <a:pt x="5455337" y="1662962"/>
                  <a:pt x="5406307" y="1504799"/>
                  <a:pt x="5327080" y="1361348"/>
                </a:cubicBezTo>
                <a:cubicBezTo>
                  <a:pt x="5206160" y="1140233"/>
                  <a:pt x="5033362" y="965782"/>
                  <a:pt x="4833354" y="816507"/>
                </a:cubicBezTo>
                <a:cubicBezTo>
                  <a:pt x="4597235" y="640276"/>
                  <a:pt x="4336322" y="509438"/>
                  <a:pt x="4063457" y="400724"/>
                </a:cubicBezTo>
                <a:cubicBezTo>
                  <a:pt x="4033360" y="388607"/>
                  <a:pt x="4003060" y="376909"/>
                  <a:pt x="3972544" y="365631"/>
                </a:cubicBezTo>
                <a:cubicBezTo>
                  <a:pt x="3943680" y="354950"/>
                  <a:pt x="3914563" y="345033"/>
                  <a:pt x="3885572" y="334733"/>
                </a:cubicBezTo>
                <a:close/>
                <a:moveTo>
                  <a:pt x="3865737" y="329520"/>
                </a:moveTo>
                <a:cubicBezTo>
                  <a:pt x="3865737" y="329520"/>
                  <a:pt x="3865737" y="330410"/>
                  <a:pt x="3866500" y="330537"/>
                </a:cubicBezTo>
                <a:lnTo>
                  <a:pt x="3869806" y="330156"/>
                </a:lnTo>
                <a:close/>
                <a:moveTo>
                  <a:pt x="2219772" y="85645"/>
                </a:moveTo>
                <a:cubicBezTo>
                  <a:pt x="2206943" y="84005"/>
                  <a:pt x="2193910" y="85264"/>
                  <a:pt x="2181627" y="89333"/>
                </a:cubicBezTo>
                <a:cubicBezTo>
                  <a:pt x="1932920" y="125113"/>
                  <a:pt x="1690800" y="197118"/>
                  <a:pt x="1462972" y="303073"/>
                </a:cubicBezTo>
                <a:cubicBezTo>
                  <a:pt x="971789" y="529528"/>
                  <a:pt x="578130" y="865460"/>
                  <a:pt x="308698" y="1338461"/>
                </a:cubicBezTo>
                <a:cubicBezTo>
                  <a:pt x="180225" y="1561852"/>
                  <a:pt x="97653" y="1808638"/>
                  <a:pt x="65840" y="2064364"/>
                </a:cubicBezTo>
                <a:cubicBezTo>
                  <a:pt x="71943" y="2050505"/>
                  <a:pt x="77284" y="2036391"/>
                  <a:pt x="82115" y="2022150"/>
                </a:cubicBezTo>
                <a:cubicBezTo>
                  <a:pt x="170104" y="1763653"/>
                  <a:pt x="279580" y="1515073"/>
                  <a:pt x="423261" y="1282260"/>
                </a:cubicBezTo>
                <a:cubicBezTo>
                  <a:pt x="630770" y="945565"/>
                  <a:pt x="895371" y="664944"/>
                  <a:pt x="1231812" y="454001"/>
                </a:cubicBezTo>
                <a:cubicBezTo>
                  <a:pt x="1535193" y="263783"/>
                  <a:pt x="1866802" y="149729"/>
                  <a:pt x="2219772" y="85645"/>
                </a:cubicBezTo>
                <a:close/>
                <a:moveTo>
                  <a:pt x="2612541" y="836"/>
                </a:moveTo>
                <a:cubicBezTo>
                  <a:pt x="2715914" y="-4250"/>
                  <a:pt x="2831240" y="14695"/>
                  <a:pt x="2946311" y="35548"/>
                </a:cubicBezTo>
                <a:cubicBezTo>
                  <a:pt x="3291652" y="98106"/>
                  <a:pt x="3631144" y="182915"/>
                  <a:pt x="3961100" y="303581"/>
                </a:cubicBezTo>
                <a:cubicBezTo>
                  <a:pt x="4278341" y="419543"/>
                  <a:pt x="4581341" y="563350"/>
                  <a:pt x="4854588" y="764502"/>
                </a:cubicBezTo>
                <a:cubicBezTo>
                  <a:pt x="5067438" y="921152"/>
                  <a:pt x="5250408" y="1105521"/>
                  <a:pt x="5377813" y="1339732"/>
                </a:cubicBezTo>
                <a:cubicBezTo>
                  <a:pt x="5459812" y="1489986"/>
                  <a:pt x="5510304" y="1655396"/>
                  <a:pt x="5526198" y="1825829"/>
                </a:cubicBezTo>
                <a:cubicBezTo>
                  <a:pt x="5538277" y="1951327"/>
                  <a:pt x="5527342" y="2074917"/>
                  <a:pt x="5510558" y="2199398"/>
                </a:cubicBezTo>
                <a:cubicBezTo>
                  <a:pt x="5502967" y="2266991"/>
                  <a:pt x="5502713" y="2335195"/>
                  <a:pt x="5509796" y="2402839"/>
                </a:cubicBezTo>
                <a:cubicBezTo>
                  <a:pt x="5534208" y="2664197"/>
                  <a:pt x="5468472" y="2926051"/>
                  <a:pt x="5323520" y="3144890"/>
                </a:cubicBezTo>
                <a:cubicBezTo>
                  <a:pt x="5201340" y="3332234"/>
                  <a:pt x="5041042" y="3491719"/>
                  <a:pt x="4853062" y="3612932"/>
                </a:cubicBezTo>
                <a:cubicBezTo>
                  <a:pt x="4671110" y="3732072"/>
                  <a:pt x="4498566" y="3864563"/>
                  <a:pt x="4316359" y="3982940"/>
                </a:cubicBezTo>
                <a:cubicBezTo>
                  <a:pt x="4019717" y="4175573"/>
                  <a:pt x="3701077" y="4317347"/>
                  <a:pt x="3352557" y="4386771"/>
                </a:cubicBezTo>
                <a:cubicBezTo>
                  <a:pt x="3160954" y="4425590"/>
                  <a:pt x="2964456" y="4434173"/>
                  <a:pt x="2770207" y="4412201"/>
                </a:cubicBezTo>
                <a:cubicBezTo>
                  <a:pt x="2685525" y="4402537"/>
                  <a:pt x="2599953" y="4402410"/>
                  <a:pt x="2514889" y="4393637"/>
                </a:cubicBezTo>
                <a:cubicBezTo>
                  <a:pt x="2307137" y="4370851"/>
                  <a:pt x="2102209" y="4327277"/>
                  <a:pt x="1903167" y="4263562"/>
                </a:cubicBezTo>
                <a:cubicBezTo>
                  <a:pt x="1560623" y="4156119"/>
                  <a:pt x="1238932" y="4006972"/>
                  <a:pt x="948393" y="3794249"/>
                </a:cubicBezTo>
                <a:cubicBezTo>
                  <a:pt x="647554" y="3573897"/>
                  <a:pt x="396813" y="3308660"/>
                  <a:pt x="223634" y="2975526"/>
                </a:cubicBezTo>
                <a:cubicBezTo>
                  <a:pt x="129454" y="2796370"/>
                  <a:pt x="67150" y="2602198"/>
                  <a:pt x="39520" y="2401695"/>
                </a:cubicBezTo>
                <a:cubicBezTo>
                  <a:pt x="34510" y="2367555"/>
                  <a:pt x="26729" y="2333872"/>
                  <a:pt x="16252" y="2300991"/>
                </a:cubicBezTo>
                <a:cubicBezTo>
                  <a:pt x="-9179" y="2218598"/>
                  <a:pt x="-24" y="2135695"/>
                  <a:pt x="11801" y="2053556"/>
                </a:cubicBezTo>
                <a:cubicBezTo>
                  <a:pt x="93686" y="1480615"/>
                  <a:pt x="377868" y="1021983"/>
                  <a:pt x="812850" y="651084"/>
                </a:cubicBezTo>
                <a:cubicBezTo>
                  <a:pt x="1176755" y="340201"/>
                  <a:pt x="1598260" y="146042"/>
                  <a:pt x="2066810" y="52586"/>
                </a:cubicBezTo>
                <a:cubicBezTo>
                  <a:pt x="2154544" y="35039"/>
                  <a:pt x="2243041" y="23087"/>
                  <a:pt x="2332046" y="14441"/>
                </a:cubicBezTo>
                <a:cubicBezTo>
                  <a:pt x="2421052" y="5794"/>
                  <a:pt x="2508913" y="2107"/>
                  <a:pt x="2612541" y="83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9" name="Google Shape;119;p2"/>
          <p:cNvSpPr/>
          <p:nvPr/>
        </p:nvSpPr>
        <p:spPr>
          <a:xfrm>
            <a:off x="7183815" y="3640582"/>
            <a:ext cx="3474720" cy="27432"/>
          </a:xfrm>
          <a:custGeom>
            <a:rect b="b" l="l" r="r" t="t"/>
            <a:pathLst>
              <a:path extrusionOk="0" fill="none" h="27432" w="3474720">
                <a:moveTo>
                  <a:pt x="0" y="0"/>
                </a:moveTo>
                <a:cubicBezTo>
                  <a:pt x="307185" y="-8713"/>
                  <a:pt x="392307" y="-13121"/>
                  <a:pt x="660197" y="0"/>
                </a:cubicBezTo>
                <a:cubicBezTo>
                  <a:pt x="928087" y="13121"/>
                  <a:pt x="1167029" y="-2668"/>
                  <a:pt x="1355141" y="0"/>
                </a:cubicBezTo>
                <a:cubicBezTo>
                  <a:pt x="1543253" y="2668"/>
                  <a:pt x="1739408" y="-6709"/>
                  <a:pt x="2084832" y="0"/>
                </a:cubicBezTo>
                <a:cubicBezTo>
                  <a:pt x="2430256" y="6709"/>
                  <a:pt x="2538889" y="29706"/>
                  <a:pt x="2814523" y="0"/>
                </a:cubicBezTo>
                <a:cubicBezTo>
                  <a:pt x="3090157" y="-29706"/>
                  <a:pt x="3152920" y="-15446"/>
                  <a:pt x="3474720" y="0"/>
                </a:cubicBezTo>
                <a:cubicBezTo>
                  <a:pt x="3473554" y="7395"/>
                  <a:pt x="3474765" y="21864"/>
                  <a:pt x="3474720" y="27432"/>
                </a:cubicBezTo>
                <a:cubicBezTo>
                  <a:pt x="3275380" y="12730"/>
                  <a:pt x="2958934" y="10130"/>
                  <a:pt x="2710282" y="27432"/>
                </a:cubicBezTo>
                <a:cubicBezTo>
                  <a:pt x="2461630" y="44734"/>
                  <a:pt x="2131168" y="43757"/>
                  <a:pt x="1945843" y="27432"/>
                </a:cubicBezTo>
                <a:cubicBezTo>
                  <a:pt x="1760518" y="11107"/>
                  <a:pt x="1444829" y="-3738"/>
                  <a:pt x="1250899" y="27432"/>
                </a:cubicBezTo>
                <a:cubicBezTo>
                  <a:pt x="1056969" y="58602"/>
                  <a:pt x="444992" y="52761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extrusionOk="0" h="27432" w="3474720">
                <a:moveTo>
                  <a:pt x="0" y="0"/>
                </a:moveTo>
                <a:cubicBezTo>
                  <a:pt x="300114" y="-5103"/>
                  <a:pt x="525093" y="-25284"/>
                  <a:pt x="660197" y="0"/>
                </a:cubicBezTo>
                <a:cubicBezTo>
                  <a:pt x="795301" y="25284"/>
                  <a:pt x="1023172" y="17955"/>
                  <a:pt x="1250899" y="0"/>
                </a:cubicBezTo>
                <a:cubicBezTo>
                  <a:pt x="1478626" y="-17955"/>
                  <a:pt x="1782079" y="-27844"/>
                  <a:pt x="2015338" y="0"/>
                </a:cubicBezTo>
                <a:cubicBezTo>
                  <a:pt x="2248597" y="27844"/>
                  <a:pt x="2491007" y="27648"/>
                  <a:pt x="2675534" y="0"/>
                </a:cubicBezTo>
                <a:cubicBezTo>
                  <a:pt x="2860061" y="-27648"/>
                  <a:pt x="3088679" y="-3661"/>
                  <a:pt x="3474720" y="0"/>
                </a:cubicBezTo>
                <a:cubicBezTo>
                  <a:pt x="3474913" y="12649"/>
                  <a:pt x="3473732" y="17989"/>
                  <a:pt x="3474720" y="27432"/>
                </a:cubicBezTo>
                <a:cubicBezTo>
                  <a:pt x="3317198" y="15714"/>
                  <a:pt x="2959205" y="52182"/>
                  <a:pt x="2779776" y="27432"/>
                </a:cubicBezTo>
                <a:cubicBezTo>
                  <a:pt x="2600347" y="2682"/>
                  <a:pt x="2382660" y="-684"/>
                  <a:pt x="2015338" y="27432"/>
                </a:cubicBezTo>
                <a:cubicBezTo>
                  <a:pt x="1648016" y="55548"/>
                  <a:pt x="1641073" y="39646"/>
                  <a:pt x="1424635" y="27432"/>
                </a:cubicBezTo>
                <a:cubicBezTo>
                  <a:pt x="1208197" y="15218"/>
                  <a:pt x="1021559" y="15893"/>
                  <a:pt x="729691" y="27432"/>
                </a:cubicBezTo>
                <a:cubicBezTo>
                  <a:pt x="437823" y="38971"/>
                  <a:pt x="153856" y="-2647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FE7A3A"/>
          </a:solidFill>
          <a:ln cap="rnd" cmpd="sng" w="38100">
            <a:solidFill>
              <a:srgbClr val="FE7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-230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0" y="0"/>
            <a:ext cx="12192000" cy="2877832"/>
          </a:xfrm>
          <a:custGeom>
            <a:rect b="b" l="l" r="r" t="t"/>
            <a:pathLst>
              <a:path extrusionOk="0" h="2877832" w="1219200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rgbClr val="0083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497374" y="1753275"/>
            <a:ext cx="5251441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cap="rnd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fish with flowers and a person&amp;#39;s face&#10;&#10;AI-generated content may be incorrect.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1338" y="2004646"/>
            <a:ext cx="5556739" cy="555673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>
            <p:ph type="ctrTitle"/>
          </p:nvPr>
        </p:nvSpPr>
        <p:spPr>
          <a:xfrm>
            <a:off x="3393550" y="-1947500"/>
            <a:ext cx="5733000" cy="3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LabEcohumana</a:t>
            </a:r>
            <a:endParaRPr sz="9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75564" y="493776"/>
            <a:ext cx="11040872" cy="5722227"/>
          </a:xfrm>
          <a:custGeom>
            <a:rect b="b" l="l" r="r" t="t"/>
            <a:pathLst>
              <a:path extrusionOk="0" fill="none" h="5722227" w="11040872">
                <a:moveTo>
                  <a:pt x="0" y="594482"/>
                </a:moveTo>
                <a:cubicBezTo>
                  <a:pt x="15746" y="210853"/>
                  <a:pt x="238566" y="-49047"/>
                  <a:pt x="594482" y="0"/>
                </a:cubicBezTo>
                <a:cubicBezTo>
                  <a:pt x="794518" y="-29056"/>
                  <a:pt x="1056835" y="31998"/>
                  <a:pt x="1448314" y="0"/>
                </a:cubicBezTo>
                <a:cubicBezTo>
                  <a:pt x="1839793" y="-31998"/>
                  <a:pt x="1717857" y="10568"/>
                  <a:pt x="1908070" y="0"/>
                </a:cubicBezTo>
                <a:cubicBezTo>
                  <a:pt x="2098283" y="-10568"/>
                  <a:pt x="2377757" y="-10377"/>
                  <a:pt x="2564864" y="0"/>
                </a:cubicBezTo>
                <a:cubicBezTo>
                  <a:pt x="2751971" y="10377"/>
                  <a:pt x="3048766" y="25570"/>
                  <a:pt x="3320177" y="0"/>
                </a:cubicBezTo>
                <a:cubicBezTo>
                  <a:pt x="3591588" y="-25570"/>
                  <a:pt x="3890997" y="-35762"/>
                  <a:pt x="4174009" y="0"/>
                </a:cubicBezTo>
                <a:cubicBezTo>
                  <a:pt x="4457021" y="35762"/>
                  <a:pt x="4687341" y="20239"/>
                  <a:pt x="4929322" y="0"/>
                </a:cubicBezTo>
                <a:cubicBezTo>
                  <a:pt x="5171303" y="-20239"/>
                  <a:pt x="5520807" y="-10743"/>
                  <a:pt x="5783154" y="0"/>
                </a:cubicBezTo>
                <a:cubicBezTo>
                  <a:pt x="6045501" y="10743"/>
                  <a:pt x="6171473" y="-14245"/>
                  <a:pt x="6538466" y="0"/>
                </a:cubicBezTo>
                <a:cubicBezTo>
                  <a:pt x="6905459" y="14245"/>
                  <a:pt x="6859386" y="-15798"/>
                  <a:pt x="6998222" y="0"/>
                </a:cubicBezTo>
                <a:cubicBezTo>
                  <a:pt x="7137058" y="15798"/>
                  <a:pt x="7493034" y="17684"/>
                  <a:pt x="7753535" y="0"/>
                </a:cubicBezTo>
                <a:cubicBezTo>
                  <a:pt x="8014036" y="-17684"/>
                  <a:pt x="8093734" y="-5742"/>
                  <a:pt x="8311810" y="0"/>
                </a:cubicBezTo>
                <a:cubicBezTo>
                  <a:pt x="8529886" y="5742"/>
                  <a:pt x="8549001" y="8497"/>
                  <a:pt x="8771566" y="0"/>
                </a:cubicBezTo>
                <a:cubicBezTo>
                  <a:pt x="8994131" y="-8497"/>
                  <a:pt x="8987828" y="-849"/>
                  <a:pt x="9132802" y="0"/>
                </a:cubicBezTo>
                <a:cubicBezTo>
                  <a:pt x="9277776" y="849"/>
                  <a:pt x="9415114" y="-11551"/>
                  <a:pt x="9592558" y="0"/>
                </a:cubicBezTo>
                <a:cubicBezTo>
                  <a:pt x="9770002" y="11551"/>
                  <a:pt x="10181650" y="-41772"/>
                  <a:pt x="10446390" y="0"/>
                </a:cubicBezTo>
                <a:cubicBezTo>
                  <a:pt x="10835046" y="-41554"/>
                  <a:pt x="11056788" y="252696"/>
                  <a:pt x="11040872" y="594482"/>
                </a:cubicBezTo>
                <a:cubicBezTo>
                  <a:pt x="11043504" y="949757"/>
                  <a:pt x="11021866" y="1151453"/>
                  <a:pt x="11040872" y="1332756"/>
                </a:cubicBezTo>
                <a:cubicBezTo>
                  <a:pt x="11059878" y="1514059"/>
                  <a:pt x="11068100" y="1802860"/>
                  <a:pt x="11040872" y="2071031"/>
                </a:cubicBezTo>
                <a:cubicBezTo>
                  <a:pt x="11013644" y="2339203"/>
                  <a:pt x="11032418" y="2442705"/>
                  <a:pt x="11040872" y="2627974"/>
                </a:cubicBezTo>
                <a:cubicBezTo>
                  <a:pt x="11049326" y="2813243"/>
                  <a:pt x="11063609" y="3012513"/>
                  <a:pt x="11040872" y="3366249"/>
                </a:cubicBezTo>
                <a:cubicBezTo>
                  <a:pt x="11018135" y="3719985"/>
                  <a:pt x="11016901" y="3727349"/>
                  <a:pt x="11040872" y="3923192"/>
                </a:cubicBezTo>
                <a:cubicBezTo>
                  <a:pt x="11064843" y="4119035"/>
                  <a:pt x="11006950" y="4790605"/>
                  <a:pt x="11040872" y="5127745"/>
                </a:cubicBezTo>
                <a:cubicBezTo>
                  <a:pt x="11056495" y="5431543"/>
                  <a:pt x="10805033" y="5712114"/>
                  <a:pt x="10446390" y="5722227"/>
                </a:cubicBezTo>
                <a:cubicBezTo>
                  <a:pt x="10354097" y="5715080"/>
                  <a:pt x="10214750" y="5743729"/>
                  <a:pt x="9986634" y="5722227"/>
                </a:cubicBezTo>
                <a:cubicBezTo>
                  <a:pt x="9758518" y="5700725"/>
                  <a:pt x="9314174" y="5689111"/>
                  <a:pt x="9132802" y="5722227"/>
                </a:cubicBezTo>
                <a:cubicBezTo>
                  <a:pt x="8951430" y="5755343"/>
                  <a:pt x="8857182" y="5714580"/>
                  <a:pt x="8771566" y="5722227"/>
                </a:cubicBezTo>
                <a:cubicBezTo>
                  <a:pt x="8685950" y="5729874"/>
                  <a:pt x="8346042" y="5748953"/>
                  <a:pt x="8114772" y="5722227"/>
                </a:cubicBezTo>
                <a:cubicBezTo>
                  <a:pt x="7883502" y="5695501"/>
                  <a:pt x="7746868" y="5746487"/>
                  <a:pt x="7556497" y="5722227"/>
                </a:cubicBezTo>
                <a:cubicBezTo>
                  <a:pt x="7366127" y="5697967"/>
                  <a:pt x="7202924" y="5748709"/>
                  <a:pt x="6998222" y="5722227"/>
                </a:cubicBezTo>
                <a:cubicBezTo>
                  <a:pt x="6793521" y="5695745"/>
                  <a:pt x="6669169" y="5749243"/>
                  <a:pt x="6439947" y="5722227"/>
                </a:cubicBezTo>
                <a:cubicBezTo>
                  <a:pt x="6210725" y="5695211"/>
                  <a:pt x="6188382" y="5721246"/>
                  <a:pt x="6078711" y="5722227"/>
                </a:cubicBezTo>
                <a:cubicBezTo>
                  <a:pt x="5969040" y="5723208"/>
                  <a:pt x="5527862" y="5683728"/>
                  <a:pt x="5224879" y="5722227"/>
                </a:cubicBezTo>
                <a:cubicBezTo>
                  <a:pt x="4921896" y="5760726"/>
                  <a:pt x="4729422" y="5692801"/>
                  <a:pt x="4371047" y="5722227"/>
                </a:cubicBezTo>
                <a:cubicBezTo>
                  <a:pt x="4012672" y="5751653"/>
                  <a:pt x="4105017" y="5723347"/>
                  <a:pt x="4009810" y="5722227"/>
                </a:cubicBezTo>
                <a:cubicBezTo>
                  <a:pt x="3914603" y="5721107"/>
                  <a:pt x="3645009" y="5723324"/>
                  <a:pt x="3550054" y="5722227"/>
                </a:cubicBezTo>
                <a:cubicBezTo>
                  <a:pt x="3455099" y="5721130"/>
                  <a:pt x="3124597" y="5727159"/>
                  <a:pt x="2893261" y="5722227"/>
                </a:cubicBezTo>
                <a:cubicBezTo>
                  <a:pt x="2661925" y="5717295"/>
                  <a:pt x="2343077" y="5701539"/>
                  <a:pt x="2137948" y="5722227"/>
                </a:cubicBezTo>
                <a:cubicBezTo>
                  <a:pt x="1932819" y="5742915"/>
                  <a:pt x="1693233" y="5733214"/>
                  <a:pt x="1579673" y="5722227"/>
                </a:cubicBezTo>
                <a:cubicBezTo>
                  <a:pt x="1466114" y="5711240"/>
                  <a:pt x="1044435" y="5724184"/>
                  <a:pt x="594482" y="5722227"/>
                </a:cubicBezTo>
                <a:cubicBezTo>
                  <a:pt x="328734" y="5686479"/>
                  <a:pt x="-66657" y="5424823"/>
                  <a:pt x="0" y="5127745"/>
                </a:cubicBezTo>
                <a:cubicBezTo>
                  <a:pt x="-35087" y="4972394"/>
                  <a:pt x="-19370" y="4652638"/>
                  <a:pt x="0" y="4389471"/>
                </a:cubicBezTo>
                <a:cubicBezTo>
                  <a:pt x="19370" y="4126304"/>
                  <a:pt x="-21113" y="3933106"/>
                  <a:pt x="0" y="3787194"/>
                </a:cubicBezTo>
                <a:cubicBezTo>
                  <a:pt x="21113" y="3641282"/>
                  <a:pt x="19216" y="3402544"/>
                  <a:pt x="0" y="3139585"/>
                </a:cubicBezTo>
                <a:cubicBezTo>
                  <a:pt x="-19216" y="2876626"/>
                  <a:pt x="-14413" y="2787638"/>
                  <a:pt x="0" y="2582642"/>
                </a:cubicBezTo>
                <a:cubicBezTo>
                  <a:pt x="14413" y="2377646"/>
                  <a:pt x="33464" y="2134599"/>
                  <a:pt x="0" y="1844367"/>
                </a:cubicBezTo>
                <a:cubicBezTo>
                  <a:pt x="-33464" y="1554136"/>
                  <a:pt x="25477" y="1493251"/>
                  <a:pt x="0" y="1332756"/>
                </a:cubicBezTo>
                <a:cubicBezTo>
                  <a:pt x="-25477" y="1172261"/>
                  <a:pt x="17540" y="876667"/>
                  <a:pt x="0" y="594482"/>
                </a:cubicBezTo>
                <a:close/>
              </a:path>
              <a:path extrusionOk="0" h="5722227" w="11040872">
                <a:moveTo>
                  <a:pt x="0" y="594482"/>
                </a:moveTo>
                <a:cubicBezTo>
                  <a:pt x="-37935" y="242760"/>
                  <a:pt x="194077" y="27054"/>
                  <a:pt x="594482" y="0"/>
                </a:cubicBezTo>
                <a:cubicBezTo>
                  <a:pt x="773932" y="-24550"/>
                  <a:pt x="1057890" y="25913"/>
                  <a:pt x="1448314" y="0"/>
                </a:cubicBezTo>
                <a:cubicBezTo>
                  <a:pt x="1838738" y="-25913"/>
                  <a:pt x="1797328" y="9502"/>
                  <a:pt x="2006589" y="0"/>
                </a:cubicBezTo>
                <a:cubicBezTo>
                  <a:pt x="2215851" y="-9502"/>
                  <a:pt x="2305839" y="-2636"/>
                  <a:pt x="2466345" y="0"/>
                </a:cubicBezTo>
                <a:cubicBezTo>
                  <a:pt x="2626851" y="2636"/>
                  <a:pt x="3037147" y="20740"/>
                  <a:pt x="3221657" y="0"/>
                </a:cubicBezTo>
                <a:cubicBezTo>
                  <a:pt x="3406167" y="-20740"/>
                  <a:pt x="3611889" y="-6653"/>
                  <a:pt x="3779932" y="0"/>
                </a:cubicBezTo>
                <a:cubicBezTo>
                  <a:pt x="3947975" y="6653"/>
                  <a:pt x="4422439" y="33567"/>
                  <a:pt x="4633764" y="0"/>
                </a:cubicBezTo>
                <a:cubicBezTo>
                  <a:pt x="4845089" y="-33567"/>
                  <a:pt x="4901367" y="-8717"/>
                  <a:pt x="5093520" y="0"/>
                </a:cubicBezTo>
                <a:cubicBezTo>
                  <a:pt x="5285673" y="8717"/>
                  <a:pt x="5570621" y="653"/>
                  <a:pt x="5947352" y="0"/>
                </a:cubicBezTo>
                <a:cubicBezTo>
                  <a:pt x="6324083" y="-653"/>
                  <a:pt x="6209930" y="13850"/>
                  <a:pt x="6308589" y="0"/>
                </a:cubicBezTo>
                <a:cubicBezTo>
                  <a:pt x="6407248" y="-13850"/>
                  <a:pt x="6752695" y="30990"/>
                  <a:pt x="6965383" y="0"/>
                </a:cubicBezTo>
                <a:cubicBezTo>
                  <a:pt x="7178071" y="-30990"/>
                  <a:pt x="7443480" y="-17327"/>
                  <a:pt x="7622176" y="0"/>
                </a:cubicBezTo>
                <a:cubicBezTo>
                  <a:pt x="7800872" y="17327"/>
                  <a:pt x="7990906" y="27729"/>
                  <a:pt x="8180451" y="0"/>
                </a:cubicBezTo>
                <a:cubicBezTo>
                  <a:pt x="8369996" y="-27729"/>
                  <a:pt x="8845868" y="-13192"/>
                  <a:pt x="9034283" y="0"/>
                </a:cubicBezTo>
                <a:cubicBezTo>
                  <a:pt x="9222698" y="13192"/>
                  <a:pt x="9517603" y="-10499"/>
                  <a:pt x="9888115" y="0"/>
                </a:cubicBezTo>
                <a:cubicBezTo>
                  <a:pt x="10258627" y="10499"/>
                  <a:pt x="10316781" y="14930"/>
                  <a:pt x="10446390" y="0"/>
                </a:cubicBezTo>
                <a:cubicBezTo>
                  <a:pt x="10718440" y="-53019"/>
                  <a:pt x="11013962" y="225931"/>
                  <a:pt x="11040872" y="594482"/>
                </a:cubicBezTo>
                <a:cubicBezTo>
                  <a:pt x="11043451" y="904574"/>
                  <a:pt x="11020776" y="1089158"/>
                  <a:pt x="11040872" y="1287424"/>
                </a:cubicBezTo>
                <a:cubicBezTo>
                  <a:pt x="11060968" y="1485690"/>
                  <a:pt x="11051926" y="1673788"/>
                  <a:pt x="11040872" y="1799035"/>
                </a:cubicBezTo>
                <a:cubicBezTo>
                  <a:pt x="11029818" y="1924282"/>
                  <a:pt x="11054623" y="2135970"/>
                  <a:pt x="11040872" y="2355978"/>
                </a:cubicBezTo>
                <a:cubicBezTo>
                  <a:pt x="11027121" y="2575986"/>
                  <a:pt x="11013030" y="2749477"/>
                  <a:pt x="11040872" y="3094253"/>
                </a:cubicBezTo>
                <a:cubicBezTo>
                  <a:pt x="11068714" y="3439030"/>
                  <a:pt x="11029506" y="3525085"/>
                  <a:pt x="11040872" y="3741862"/>
                </a:cubicBezTo>
                <a:cubicBezTo>
                  <a:pt x="11052238" y="3958639"/>
                  <a:pt x="11021397" y="4116679"/>
                  <a:pt x="11040872" y="4298805"/>
                </a:cubicBezTo>
                <a:cubicBezTo>
                  <a:pt x="11060347" y="4480931"/>
                  <a:pt x="11022539" y="4900124"/>
                  <a:pt x="11040872" y="5127745"/>
                </a:cubicBezTo>
                <a:cubicBezTo>
                  <a:pt x="10974688" y="5452322"/>
                  <a:pt x="10793932" y="5738773"/>
                  <a:pt x="10446390" y="5722227"/>
                </a:cubicBezTo>
                <a:cubicBezTo>
                  <a:pt x="10272062" y="5749271"/>
                  <a:pt x="10063650" y="5719054"/>
                  <a:pt x="9789596" y="5722227"/>
                </a:cubicBezTo>
                <a:cubicBezTo>
                  <a:pt x="9515542" y="5725400"/>
                  <a:pt x="9521222" y="5705365"/>
                  <a:pt x="9329840" y="5722227"/>
                </a:cubicBezTo>
                <a:cubicBezTo>
                  <a:pt x="9138458" y="5739089"/>
                  <a:pt x="8905417" y="5705714"/>
                  <a:pt x="8574527" y="5722227"/>
                </a:cubicBezTo>
                <a:cubicBezTo>
                  <a:pt x="8243637" y="5738740"/>
                  <a:pt x="8277624" y="5741955"/>
                  <a:pt x="8114772" y="5722227"/>
                </a:cubicBezTo>
                <a:cubicBezTo>
                  <a:pt x="7951921" y="5702499"/>
                  <a:pt x="7640420" y="5738357"/>
                  <a:pt x="7359459" y="5722227"/>
                </a:cubicBezTo>
                <a:cubicBezTo>
                  <a:pt x="7078498" y="5706097"/>
                  <a:pt x="7122500" y="5736206"/>
                  <a:pt x="6998222" y="5722227"/>
                </a:cubicBezTo>
                <a:cubicBezTo>
                  <a:pt x="6873944" y="5708248"/>
                  <a:pt x="6584762" y="5737766"/>
                  <a:pt x="6242909" y="5722227"/>
                </a:cubicBezTo>
                <a:cubicBezTo>
                  <a:pt x="5901056" y="5706688"/>
                  <a:pt x="5911118" y="5710812"/>
                  <a:pt x="5783154" y="5722227"/>
                </a:cubicBezTo>
                <a:cubicBezTo>
                  <a:pt x="5655191" y="5733642"/>
                  <a:pt x="5585023" y="5732166"/>
                  <a:pt x="5421917" y="5722227"/>
                </a:cubicBezTo>
                <a:cubicBezTo>
                  <a:pt x="5258811" y="5712288"/>
                  <a:pt x="5178725" y="5705468"/>
                  <a:pt x="4962161" y="5722227"/>
                </a:cubicBezTo>
                <a:cubicBezTo>
                  <a:pt x="4745597" y="5738986"/>
                  <a:pt x="4430318" y="5744224"/>
                  <a:pt x="4206848" y="5722227"/>
                </a:cubicBezTo>
                <a:cubicBezTo>
                  <a:pt x="3983378" y="5700230"/>
                  <a:pt x="3911697" y="5735058"/>
                  <a:pt x="3747093" y="5722227"/>
                </a:cubicBezTo>
                <a:cubicBezTo>
                  <a:pt x="3582489" y="5709396"/>
                  <a:pt x="3545682" y="5704593"/>
                  <a:pt x="3385856" y="5722227"/>
                </a:cubicBezTo>
                <a:cubicBezTo>
                  <a:pt x="3226030" y="5739861"/>
                  <a:pt x="3029507" y="5730116"/>
                  <a:pt x="2926100" y="5722227"/>
                </a:cubicBezTo>
                <a:cubicBezTo>
                  <a:pt x="2822693" y="5714338"/>
                  <a:pt x="2554822" y="5699610"/>
                  <a:pt x="2367825" y="5722227"/>
                </a:cubicBezTo>
                <a:cubicBezTo>
                  <a:pt x="2180829" y="5744844"/>
                  <a:pt x="2002855" y="5738254"/>
                  <a:pt x="1711032" y="5722227"/>
                </a:cubicBezTo>
                <a:cubicBezTo>
                  <a:pt x="1419209" y="5706200"/>
                  <a:pt x="1407274" y="5738383"/>
                  <a:pt x="1251276" y="5722227"/>
                </a:cubicBezTo>
                <a:cubicBezTo>
                  <a:pt x="1095278" y="5706071"/>
                  <a:pt x="872658" y="5717760"/>
                  <a:pt x="594482" y="5722227"/>
                </a:cubicBezTo>
                <a:cubicBezTo>
                  <a:pt x="253293" y="5699246"/>
                  <a:pt x="-22323" y="5466443"/>
                  <a:pt x="0" y="5127745"/>
                </a:cubicBezTo>
                <a:cubicBezTo>
                  <a:pt x="-23138" y="4892853"/>
                  <a:pt x="-21399" y="4758867"/>
                  <a:pt x="0" y="4616134"/>
                </a:cubicBezTo>
                <a:cubicBezTo>
                  <a:pt x="21399" y="4473401"/>
                  <a:pt x="-2392" y="4140718"/>
                  <a:pt x="0" y="4013858"/>
                </a:cubicBezTo>
                <a:cubicBezTo>
                  <a:pt x="2392" y="3886998"/>
                  <a:pt x="-9073" y="3524231"/>
                  <a:pt x="0" y="3320916"/>
                </a:cubicBezTo>
                <a:cubicBezTo>
                  <a:pt x="9073" y="3117601"/>
                  <a:pt x="-20614" y="2922972"/>
                  <a:pt x="0" y="2763972"/>
                </a:cubicBezTo>
                <a:cubicBezTo>
                  <a:pt x="20614" y="2604972"/>
                  <a:pt x="5751" y="2418545"/>
                  <a:pt x="0" y="2116363"/>
                </a:cubicBezTo>
                <a:cubicBezTo>
                  <a:pt x="-5751" y="1814181"/>
                  <a:pt x="-23336" y="1771268"/>
                  <a:pt x="0" y="1604752"/>
                </a:cubicBezTo>
                <a:cubicBezTo>
                  <a:pt x="23336" y="1438236"/>
                  <a:pt x="-35446" y="1063211"/>
                  <a:pt x="0" y="594482"/>
                </a:cubicBezTo>
                <a:close/>
              </a:path>
            </a:pathLst>
          </a:custGeom>
          <a:solidFill>
            <a:srgbClr val="008388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>
            <p:ph type="title"/>
          </p:nvPr>
        </p:nvSpPr>
        <p:spPr>
          <a:xfrm>
            <a:off x="1151467" y="887973"/>
            <a:ext cx="988906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</a:pPr>
            <a:r>
              <a:rPr b="1" lang="en-US" sz="6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Title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17092" y="2325880"/>
            <a:ext cx="9957816" cy="18288"/>
          </a:xfrm>
          <a:custGeom>
            <a:rect b="b" l="l" r="r" t="t"/>
            <a:pathLst>
              <a:path extrusionOk="0" fill="none" h="18288" w="9957816">
                <a:moveTo>
                  <a:pt x="0" y="0"/>
                </a:moveTo>
                <a:cubicBezTo>
                  <a:pt x="258912" y="4528"/>
                  <a:pt x="602792" y="35413"/>
                  <a:pt x="863011" y="0"/>
                </a:cubicBezTo>
                <a:cubicBezTo>
                  <a:pt x="1123230" y="-35413"/>
                  <a:pt x="1110743" y="8950"/>
                  <a:pt x="1327709" y="0"/>
                </a:cubicBezTo>
                <a:cubicBezTo>
                  <a:pt x="1544675" y="-8950"/>
                  <a:pt x="1720121" y="-30004"/>
                  <a:pt x="2091141" y="0"/>
                </a:cubicBezTo>
                <a:cubicBezTo>
                  <a:pt x="2462161" y="30004"/>
                  <a:pt x="2325710" y="-22120"/>
                  <a:pt x="2555839" y="0"/>
                </a:cubicBezTo>
                <a:cubicBezTo>
                  <a:pt x="2785968" y="22120"/>
                  <a:pt x="2943172" y="14890"/>
                  <a:pt x="3219694" y="0"/>
                </a:cubicBezTo>
                <a:cubicBezTo>
                  <a:pt x="3496216" y="-14890"/>
                  <a:pt x="3789247" y="-1477"/>
                  <a:pt x="3983126" y="0"/>
                </a:cubicBezTo>
                <a:cubicBezTo>
                  <a:pt x="4177005" y="1477"/>
                  <a:pt x="4180112" y="16397"/>
                  <a:pt x="4348246" y="0"/>
                </a:cubicBezTo>
                <a:cubicBezTo>
                  <a:pt x="4516380" y="-16397"/>
                  <a:pt x="4601818" y="4117"/>
                  <a:pt x="4713366" y="0"/>
                </a:cubicBezTo>
                <a:cubicBezTo>
                  <a:pt x="4824914" y="-4117"/>
                  <a:pt x="5400642" y="663"/>
                  <a:pt x="5576377" y="0"/>
                </a:cubicBezTo>
                <a:cubicBezTo>
                  <a:pt x="5752112" y="-663"/>
                  <a:pt x="6036350" y="11452"/>
                  <a:pt x="6240231" y="0"/>
                </a:cubicBezTo>
                <a:cubicBezTo>
                  <a:pt x="6444112" y="-11452"/>
                  <a:pt x="6508667" y="-15154"/>
                  <a:pt x="6605351" y="0"/>
                </a:cubicBezTo>
                <a:cubicBezTo>
                  <a:pt x="6702035" y="15154"/>
                  <a:pt x="7096186" y="19291"/>
                  <a:pt x="7269206" y="0"/>
                </a:cubicBezTo>
                <a:cubicBezTo>
                  <a:pt x="7442227" y="-19291"/>
                  <a:pt x="7802902" y="39720"/>
                  <a:pt x="8132216" y="0"/>
                </a:cubicBezTo>
                <a:cubicBezTo>
                  <a:pt x="8461530" y="-39720"/>
                  <a:pt x="8551221" y="24341"/>
                  <a:pt x="8696493" y="0"/>
                </a:cubicBezTo>
                <a:cubicBezTo>
                  <a:pt x="8841765" y="-24341"/>
                  <a:pt x="9091257" y="15574"/>
                  <a:pt x="9260769" y="0"/>
                </a:cubicBezTo>
                <a:cubicBezTo>
                  <a:pt x="9430281" y="-15574"/>
                  <a:pt x="9809458" y="-15806"/>
                  <a:pt x="9957816" y="0"/>
                </a:cubicBezTo>
                <a:cubicBezTo>
                  <a:pt x="9958154" y="7640"/>
                  <a:pt x="9957366" y="11289"/>
                  <a:pt x="9957816" y="18288"/>
                </a:cubicBezTo>
                <a:cubicBezTo>
                  <a:pt x="9789958" y="23645"/>
                  <a:pt x="9437684" y="-10787"/>
                  <a:pt x="9293962" y="18288"/>
                </a:cubicBezTo>
                <a:cubicBezTo>
                  <a:pt x="9150240" y="47363"/>
                  <a:pt x="8858466" y="6899"/>
                  <a:pt x="8530529" y="18288"/>
                </a:cubicBezTo>
                <a:cubicBezTo>
                  <a:pt x="8202592" y="29677"/>
                  <a:pt x="8042036" y="-12845"/>
                  <a:pt x="7767096" y="18288"/>
                </a:cubicBezTo>
                <a:cubicBezTo>
                  <a:pt x="7492156" y="49421"/>
                  <a:pt x="7464764" y="38557"/>
                  <a:pt x="7302398" y="18288"/>
                </a:cubicBezTo>
                <a:cubicBezTo>
                  <a:pt x="7140032" y="-1981"/>
                  <a:pt x="6674139" y="-20177"/>
                  <a:pt x="6439388" y="18288"/>
                </a:cubicBezTo>
                <a:cubicBezTo>
                  <a:pt x="6204637" y="56753"/>
                  <a:pt x="6044763" y="2398"/>
                  <a:pt x="5775533" y="18288"/>
                </a:cubicBezTo>
                <a:cubicBezTo>
                  <a:pt x="5506303" y="34178"/>
                  <a:pt x="5528640" y="8636"/>
                  <a:pt x="5410413" y="18288"/>
                </a:cubicBezTo>
                <a:cubicBezTo>
                  <a:pt x="5292186" y="27940"/>
                  <a:pt x="4880771" y="-3659"/>
                  <a:pt x="4746559" y="18288"/>
                </a:cubicBezTo>
                <a:cubicBezTo>
                  <a:pt x="4612347" y="40235"/>
                  <a:pt x="4346390" y="46329"/>
                  <a:pt x="4182283" y="18288"/>
                </a:cubicBezTo>
                <a:cubicBezTo>
                  <a:pt x="4018176" y="-9753"/>
                  <a:pt x="3743247" y="40654"/>
                  <a:pt x="3618006" y="18288"/>
                </a:cubicBezTo>
                <a:cubicBezTo>
                  <a:pt x="3492765" y="-4078"/>
                  <a:pt x="3201495" y="15624"/>
                  <a:pt x="3053730" y="18288"/>
                </a:cubicBezTo>
                <a:cubicBezTo>
                  <a:pt x="2905965" y="20952"/>
                  <a:pt x="2770855" y="10382"/>
                  <a:pt x="2489454" y="18288"/>
                </a:cubicBezTo>
                <a:cubicBezTo>
                  <a:pt x="2208053" y="26194"/>
                  <a:pt x="1999579" y="12705"/>
                  <a:pt x="1726021" y="18288"/>
                </a:cubicBezTo>
                <a:cubicBezTo>
                  <a:pt x="1452463" y="23871"/>
                  <a:pt x="1261725" y="2423"/>
                  <a:pt x="1062167" y="18288"/>
                </a:cubicBezTo>
                <a:cubicBezTo>
                  <a:pt x="862609" y="34153"/>
                  <a:pt x="828837" y="34680"/>
                  <a:pt x="697047" y="18288"/>
                </a:cubicBezTo>
                <a:cubicBezTo>
                  <a:pt x="565257" y="1896"/>
                  <a:pt x="290333" y="-12656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extrusionOk="0" h="18288" w="9957816">
                <a:moveTo>
                  <a:pt x="0" y="0"/>
                </a:moveTo>
                <a:cubicBezTo>
                  <a:pt x="239894" y="-13568"/>
                  <a:pt x="444306" y="20490"/>
                  <a:pt x="564276" y="0"/>
                </a:cubicBezTo>
                <a:cubicBezTo>
                  <a:pt x="684246" y="-20490"/>
                  <a:pt x="829702" y="-16311"/>
                  <a:pt x="929396" y="0"/>
                </a:cubicBezTo>
                <a:cubicBezTo>
                  <a:pt x="1029090" y="16311"/>
                  <a:pt x="1434080" y="4599"/>
                  <a:pt x="1792407" y="0"/>
                </a:cubicBezTo>
                <a:cubicBezTo>
                  <a:pt x="2150734" y="-4599"/>
                  <a:pt x="2230922" y="-3217"/>
                  <a:pt x="2356683" y="0"/>
                </a:cubicBezTo>
                <a:cubicBezTo>
                  <a:pt x="2482444" y="3217"/>
                  <a:pt x="2727176" y="10118"/>
                  <a:pt x="2920959" y="0"/>
                </a:cubicBezTo>
                <a:cubicBezTo>
                  <a:pt x="3114742" y="-10118"/>
                  <a:pt x="3583268" y="6126"/>
                  <a:pt x="3783970" y="0"/>
                </a:cubicBezTo>
                <a:cubicBezTo>
                  <a:pt x="3984672" y="-6126"/>
                  <a:pt x="4119530" y="12121"/>
                  <a:pt x="4248668" y="0"/>
                </a:cubicBezTo>
                <a:cubicBezTo>
                  <a:pt x="4377806" y="-12121"/>
                  <a:pt x="4830370" y="39306"/>
                  <a:pt x="5111679" y="0"/>
                </a:cubicBezTo>
                <a:cubicBezTo>
                  <a:pt x="5392988" y="-39306"/>
                  <a:pt x="5595981" y="-37432"/>
                  <a:pt x="5974690" y="0"/>
                </a:cubicBezTo>
                <a:cubicBezTo>
                  <a:pt x="6353399" y="37432"/>
                  <a:pt x="6382398" y="-32218"/>
                  <a:pt x="6638544" y="0"/>
                </a:cubicBezTo>
                <a:cubicBezTo>
                  <a:pt x="6894690" y="32218"/>
                  <a:pt x="7107197" y="-8479"/>
                  <a:pt x="7501555" y="0"/>
                </a:cubicBezTo>
                <a:cubicBezTo>
                  <a:pt x="7895913" y="8479"/>
                  <a:pt x="7913370" y="-2556"/>
                  <a:pt x="8065831" y="0"/>
                </a:cubicBezTo>
                <a:cubicBezTo>
                  <a:pt x="8218292" y="2556"/>
                  <a:pt x="8391465" y="4509"/>
                  <a:pt x="8630107" y="0"/>
                </a:cubicBezTo>
                <a:cubicBezTo>
                  <a:pt x="8868749" y="-4509"/>
                  <a:pt x="9078381" y="-9348"/>
                  <a:pt x="9393540" y="0"/>
                </a:cubicBezTo>
                <a:cubicBezTo>
                  <a:pt x="9708699" y="9348"/>
                  <a:pt x="9789190" y="-16759"/>
                  <a:pt x="9957816" y="0"/>
                </a:cubicBezTo>
                <a:cubicBezTo>
                  <a:pt x="9957941" y="4395"/>
                  <a:pt x="9957741" y="9776"/>
                  <a:pt x="9957816" y="18288"/>
                </a:cubicBezTo>
                <a:cubicBezTo>
                  <a:pt x="9649812" y="40651"/>
                  <a:pt x="9486007" y="41594"/>
                  <a:pt x="9194383" y="18288"/>
                </a:cubicBezTo>
                <a:cubicBezTo>
                  <a:pt x="8902759" y="-5018"/>
                  <a:pt x="8744094" y="43814"/>
                  <a:pt x="8530529" y="18288"/>
                </a:cubicBezTo>
                <a:cubicBezTo>
                  <a:pt x="8316964" y="-7238"/>
                  <a:pt x="8282371" y="24093"/>
                  <a:pt x="8165409" y="18288"/>
                </a:cubicBezTo>
                <a:cubicBezTo>
                  <a:pt x="8048447" y="12483"/>
                  <a:pt x="7851788" y="12040"/>
                  <a:pt x="7700711" y="18288"/>
                </a:cubicBezTo>
                <a:cubicBezTo>
                  <a:pt x="7549634" y="24536"/>
                  <a:pt x="7127225" y="27915"/>
                  <a:pt x="6837700" y="18288"/>
                </a:cubicBezTo>
                <a:cubicBezTo>
                  <a:pt x="6548175" y="8661"/>
                  <a:pt x="6330711" y="50037"/>
                  <a:pt x="6173846" y="18288"/>
                </a:cubicBezTo>
                <a:cubicBezTo>
                  <a:pt x="6016981" y="-13461"/>
                  <a:pt x="5930031" y="15985"/>
                  <a:pt x="5709148" y="18288"/>
                </a:cubicBezTo>
                <a:cubicBezTo>
                  <a:pt x="5488265" y="20591"/>
                  <a:pt x="5372997" y="43097"/>
                  <a:pt x="5045293" y="18288"/>
                </a:cubicBezTo>
                <a:cubicBezTo>
                  <a:pt x="4717590" y="-6521"/>
                  <a:pt x="4829875" y="6803"/>
                  <a:pt x="4680174" y="18288"/>
                </a:cubicBezTo>
                <a:cubicBezTo>
                  <a:pt x="4530473" y="29773"/>
                  <a:pt x="4441300" y="27030"/>
                  <a:pt x="4315054" y="18288"/>
                </a:cubicBezTo>
                <a:cubicBezTo>
                  <a:pt x="4188808" y="9546"/>
                  <a:pt x="3846162" y="4446"/>
                  <a:pt x="3651199" y="18288"/>
                </a:cubicBezTo>
                <a:cubicBezTo>
                  <a:pt x="3456236" y="32130"/>
                  <a:pt x="3412656" y="-1324"/>
                  <a:pt x="3186501" y="18288"/>
                </a:cubicBezTo>
                <a:cubicBezTo>
                  <a:pt x="2960346" y="37900"/>
                  <a:pt x="2783091" y="19872"/>
                  <a:pt x="2423069" y="18288"/>
                </a:cubicBezTo>
                <a:cubicBezTo>
                  <a:pt x="2063047" y="16704"/>
                  <a:pt x="2066062" y="18692"/>
                  <a:pt x="1958370" y="18288"/>
                </a:cubicBezTo>
                <a:cubicBezTo>
                  <a:pt x="1850678" y="17884"/>
                  <a:pt x="1403255" y="47471"/>
                  <a:pt x="1194938" y="18288"/>
                </a:cubicBezTo>
                <a:cubicBezTo>
                  <a:pt x="986621" y="-10895"/>
                  <a:pt x="986435" y="4670"/>
                  <a:pt x="829818" y="18288"/>
                </a:cubicBezTo>
                <a:cubicBezTo>
                  <a:pt x="673201" y="31906"/>
                  <a:pt x="178831" y="-2639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lt1"/>
          </a:solidFill>
          <a:ln cap="rnd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1151467" y="2607733"/>
            <a:ext cx="9889067" cy="3285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 txBox="1"/>
          <p:nvPr>
            <p:ph type="title"/>
          </p:nvPr>
        </p:nvSpPr>
        <p:spPr>
          <a:xfrm>
            <a:off x="634325" y="548650"/>
            <a:ext cx="3978600" cy="54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Title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6"/>
          <p:cNvSpPr/>
          <p:nvPr/>
        </p:nvSpPr>
        <p:spPr>
          <a:xfrm rot="5400000">
            <a:off x="2539411" y="3254143"/>
            <a:ext cx="4480560" cy="27432"/>
          </a:xfrm>
          <a:custGeom>
            <a:rect b="b" l="l" r="r" t="t"/>
            <a:pathLst>
              <a:path extrusionOk="0" fill="none" h="27432" w="448056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48056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008388"/>
          </a:solidFill>
          <a:ln cap="rnd" cmpd="sng" w="41275">
            <a:solidFill>
              <a:srgbClr val="008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5298595" y="552091"/>
            <a:ext cx="6052158" cy="5431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" name="Google Shape;146;p6" title="labeco_logo_transp_rg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5625" y="5044425"/>
            <a:ext cx="1690975" cy="16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 flipH="1">
            <a:off x="-1" y="0"/>
            <a:ext cx="5006297" cy="6858000"/>
          </a:xfrm>
          <a:custGeom>
            <a:rect b="b" l="l" r="r" t="t"/>
            <a:pathLst>
              <a:path extrusionOk="0" h="6858000" w="5006297">
                <a:moveTo>
                  <a:pt x="5006297" y="0"/>
                </a:moveTo>
                <a:lnTo>
                  <a:pt x="1229608" y="0"/>
                </a:lnTo>
                <a:lnTo>
                  <a:pt x="1128285" y="156518"/>
                </a:lnTo>
                <a:cubicBezTo>
                  <a:pt x="996915" y="372642"/>
                  <a:pt x="877575" y="596029"/>
                  <a:pt x="768782" y="825746"/>
                </a:cubicBezTo>
                <a:cubicBezTo>
                  <a:pt x="763429" y="839224"/>
                  <a:pt x="754646" y="851089"/>
                  <a:pt x="743290" y="860183"/>
                </a:cubicBezTo>
                <a:cubicBezTo>
                  <a:pt x="757948" y="825621"/>
                  <a:pt x="772224" y="790805"/>
                  <a:pt x="787138" y="756243"/>
                </a:cubicBezTo>
                <a:cubicBezTo>
                  <a:pt x="848067" y="615114"/>
                  <a:pt x="912406" y="475964"/>
                  <a:pt x="980544" y="339016"/>
                </a:cubicBezTo>
                <a:lnTo>
                  <a:pt x="1161966" y="0"/>
                </a:lnTo>
                <a:lnTo>
                  <a:pt x="1104491" y="0"/>
                </a:lnTo>
                <a:lnTo>
                  <a:pt x="993044" y="204247"/>
                </a:lnTo>
                <a:cubicBezTo>
                  <a:pt x="798291" y="579761"/>
                  <a:pt x="634561" y="971401"/>
                  <a:pt x="494731" y="1375322"/>
                </a:cubicBezTo>
                <a:cubicBezTo>
                  <a:pt x="277072" y="2009491"/>
                  <a:pt x="126862" y="2664550"/>
                  <a:pt x="46559" y="3329787"/>
                </a:cubicBezTo>
                <a:cubicBezTo>
                  <a:pt x="4496" y="3670216"/>
                  <a:pt x="-14242" y="4010141"/>
                  <a:pt x="12272" y="4352595"/>
                </a:cubicBezTo>
                <a:cubicBezTo>
                  <a:pt x="43627" y="4752907"/>
                  <a:pt x="90918" y="5150814"/>
                  <a:pt x="171094" y="5544543"/>
                </a:cubicBezTo>
                <a:cubicBezTo>
                  <a:pt x="259524" y="5979227"/>
                  <a:pt x="379573" y="6403657"/>
                  <a:pt x="538125" y="6816123"/>
                </a:cubicBezTo>
                <a:lnTo>
                  <a:pt x="555724" y="6858000"/>
                </a:lnTo>
                <a:lnTo>
                  <a:pt x="608303" y="6858000"/>
                </a:lnTo>
                <a:lnTo>
                  <a:pt x="596366" y="6829337"/>
                </a:lnTo>
                <a:cubicBezTo>
                  <a:pt x="508696" y="6602484"/>
                  <a:pt x="431985" y="6369981"/>
                  <a:pt x="364843" y="6132604"/>
                </a:cubicBezTo>
                <a:cubicBezTo>
                  <a:pt x="306463" y="5925865"/>
                  <a:pt x="263378" y="5714822"/>
                  <a:pt x="213412" y="5505676"/>
                </a:cubicBezTo>
                <a:cubicBezTo>
                  <a:pt x="212231" y="5494574"/>
                  <a:pt x="211637" y="5483421"/>
                  <a:pt x="211628" y="5472254"/>
                </a:cubicBezTo>
                <a:cubicBezTo>
                  <a:pt x="248210" y="5599108"/>
                  <a:pt x="277401" y="5710897"/>
                  <a:pt x="311945" y="5821167"/>
                </a:cubicBezTo>
                <a:cubicBezTo>
                  <a:pt x="401999" y="6108329"/>
                  <a:pt x="505868" y="6387643"/>
                  <a:pt x="623960" y="6658826"/>
                </a:cubicBezTo>
                <a:lnTo>
                  <a:pt x="717350" y="6858000"/>
                </a:lnTo>
                <a:lnTo>
                  <a:pt x="5006297" y="6858000"/>
                </a:lnTo>
                <a:close/>
              </a:path>
            </a:pathLst>
          </a:custGeom>
          <a:solidFill>
            <a:srgbClr val="0083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>
            <p:ph type="title"/>
          </p:nvPr>
        </p:nvSpPr>
        <p:spPr>
          <a:xfrm>
            <a:off x="841248" y="644652"/>
            <a:ext cx="3182112" cy="5568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b="1" lang="en-US" sz="6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Title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5494350" y="644652"/>
            <a:ext cx="5856401" cy="5568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8347"/>
              </a:solidFill>
            </a:endParaRPr>
          </a:p>
          <a:p>
            <a:pPr indent="-508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5" name="Google Shape;155;p7" title="labeco_logo_transp_rg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9775" y="4996650"/>
            <a:ext cx="1690975" cy="16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0" y="0"/>
            <a:ext cx="12192000" cy="2347414"/>
          </a:xfrm>
          <a:custGeom>
            <a:rect b="b" l="l" r="r" t="t"/>
            <a:pathLst>
              <a:path extrusionOk="0" h="2347414" w="12192000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rgbClr val="0083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 txBox="1"/>
          <p:nvPr>
            <p:ph type="title"/>
          </p:nvPr>
        </p:nvSpPr>
        <p:spPr>
          <a:xfrm>
            <a:off x="838200" y="401221"/>
            <a:ext cx="10515600" cy="1348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Font typeface="Arial"/>
              <a:buNone/>
            </a:pPr>
            <a:r>
              <a:rPr b="1" lang="en-US" sz="6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Title Test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8"/>
          <p:cNvSpPr txBox="1"/>
          <p:nvPr>
            <p:ph idx="1" type="body"/>
          </p:nvPr>
        </p:nvSpPr>
        <p:spPr>
          <a:xfrm>
            <a:off x="838200" y="2586789"/>
            <a:ext cx="10515600" cy="359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8388"/>
              </a:buClr>
              <a:buSzPts val="2800"/>
              <a:buFont typeface="Montserrat"/>
              <a:buChar char="•"/>
            </a:pPr>
            <a:r>
              <a:rPr b="1" lang="en-US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Text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" name="Google Shape;164;p8" title="labeco_logo_transp_rg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4200" y="4948850"/>
            <a:ext cx="1690975" cy="16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 txBox="1"/>
          <p:nvPr>
            <p:ph type="title"/>
          </p:nvPr>
        </p:nvSpPr>
        <p:spPr>
          <a:xfrm>
            <a:off x="635000" y="634029"/>
            <a:ext cx="10921640" cy="1314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008388"/>
                </a:solidFill>
                <a:latin typeface="Montserrat"/>
                <a:ea typeface="Montserrat"/>
                <a:cs typeface="Montserrat"/>
                <a:sym typeface="Montserrat"/>
              </a:rPr>
              <a:t>Title Test</a:t>
            </a:r>
            <a:endParaRPr b="1">
              <a:solidFill>
                <a:srgbClr val="0083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9"/>
          <p:cNvSpPr/>
          <p:nvPr/>
        </p:nvSpPr>
        <p:spPr>
          <a:xfrm flipH="1" rot="10800000">
            <a:off x="648305" y="2241737"/>
            <a:ext cx="10900219" cy="18288"/>
          </a:xfrm>
          <a:custGeom>
            <a:rect b="b" l="l" r="r" t="t"/>
            <a:pathLst>
              <a:path extrusionOk="0" fill="none" h="18288" w="10900219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900219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008388"/>
          </a:solidFill>
          <a:ln cap="flat" cmpd="sng" w="34925">
            <a:solidFill>
              <a:srgbClr val="008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9"/>
          <p:cNvGrpSpPr/>
          <p:nvPr/>
        </p:nvGrpSpPr>
        <p:grpSpPr>
          <a:xfrm>
            <a:off x="635845" y="3699083"/>
            <a:ext cx="10909472" cy="1690969"/>
            <a:chOff x="3198" y="893985"/>
            <a:chExt cx="10909472" cy="1690969"/>
          </a:xfrm>
        </p:grpSpPr>
        <p:sp>
          <p:nvSpPr>
            <p:cNvPr id="173" name="Google Shape;173;p9"/>
            <p:cNvSpPr/>
            <p:nvPr/>
          </p:nvSpPr>
          <p:spPr>
            <a:xfrm>
              <a:off x="3198" y="893985"/>
              <a:ext cx="2283378" cy="1449945"/>
            </a:xfrm>
            <a:prstGeom prst="roundRect">
              <a:avLst>
                <a:gd fmla="val 10000" name="adj"/>
              </a:avLst>
            </a:prstGeom>
            <a:solidFill>
              <a:srgbClr val="008388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256906" y="1135009"/>
              <a:ext cx="2283378" cy="144994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E4650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9"/>
            <p:cNvSpPr txBox="1"/>
            <p:nvPr/>
          </p:nvSpPr>
          <p:spPr>
            <a:xfrm>
              <a:off x="299373" y="1177476"/>
              <a:ext cx="2198444" cy="1365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3825" lIns="243825" spcFirstLastPara="1" rIns="243825" wrap="square" tIns="2438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400"/>
                <a:buFont typeface="Arial"/>
                <a:buNone/>
              </a:pPr>
              <a:r>
                <a:rPr lang="en-US" sz="4800">
                  <a:solidFill>
                    <a:srgbClr val="00838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Text Test</a:t>
              </a:r>
              <a:endParaRPr sz="600">
                <a:solidFill>
                  <a:srgbClr val="00838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2793993" y="893985"/>
              <a:ext cx="2283378" cy="1449945"/>
            </a:xfrm>
            <a:prstGeom prst="roundRect">
              <a:avLst>
                <a:gd fmla="val 10000" name="adj"/>
              </a:avLst>
            </a:prstGeom>
            <a:solidFill>
              <a:srgbClr val="008388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3047702" y="1135009"/>
              <a:ext cx="2283378" cy="144994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E4650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9"/>
            <p:cNvSpPr txBox="1"/>
            <p:nvPr/>
          </p:nvSpPr>
          <p:spPr>
            <a:xfrm>
              <a:off x="3090169" y="1177476"/>
              <a:ext cx="2198444" cy="1365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3825" lIns="243825" spcFirstLastPara="1" rIns="243825" wrap="square" tIns="2438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400"/>
                <a:buFont typeface="Arial"/>
                <a:buNone/>
              </a:pPr>
              <a:r>
                <a:rPr lang="en-US" sz="4800">
                  <a:solidFill>
                    <a:srgbClr val="00838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Text Test</a:t>
              </a: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5584788" y="893985"/>
              <a:ext cx="2283378" cy="1449945"/>
            </a:xfrm>
            <a:prstGeom prst="roundRect">
              <a:avLst>
                <a:gd fmla="val 10000" name="adj"/>
              </a:avLst>
            </a:prstGeom>
            <a:solidFill>
              <a:srgbClr val="008388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5838497" y="1135009"/>
              <a:ext cx="2283378" cy="144994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E4650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9"/>
            <p:cNvSpPr txBox="1"/>
            <p:nvPr/>
          </p:nvSpPr>
          <p:spPr>
            <a:xfrm>
              <a:off x="5880964" y="1177476"/>
              <a:ext cx="2198444" cy="1365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3825" lIns="243825" spcFirstLastPara="1" rIns="243825" wrap="square" tIns="2438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400"/>
                <a:buFont typeface="Arial"/>
                <a:buNone/>
              </a:pPr>
              <a:r>
                <a:rPr lang="en-US" sz="4800">
                  <a:solidFill>
                    <a:srgbClr val="00838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Text Test</a:t>
              </a: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8375584" y="893985"/>
              <a:ext cx="2283378" cy="1449945"/>
            </a:xfrm>
            <a:prstGeom prst="roundRect">
              <a:avLst>
                <a:gd fmla="val 10000" name="adj"/>
              </a:avLst>
            </a:prstGeom>
            <a:solidFill>
              <a:srgbClr val="008388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8629292" y="1135009"/>
              <a:ext cx="2283378" cy="144994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E4650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9"/>
            <p:cNvSpPr txBox="1"/>
            <p:nvPr/>
          </p:nvSpPr>
          <p:spPr>
            <a:xfrm>
              <a:off x="8671759" y="1177476"/>
              <a:ext cx="2198444" cy="1365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3825" lIns="243825" spcFirstLastPara="1" rIns="243825" wrap="square" tIns="2438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400"/>
                <a:buFont typeface="Arial"/>
                <a:buNone/>
              </a:pPr>
              <a:r>
                <a:rPr lang="en-US" sz="4800">
                  <a:solidFill>
                    <a:srgbClr val="00838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Text Test</a:t>
              </a:r>
              <a:endParaRPr/>
            </a:p>
          </p:txBody>
        </p:sp>
      </p:grpSp>
      <p:pic>
        <p:nvPicPr>
          <p:cNvPr id="185" name="Google Shape;185;p9" title="labeco_logo_transp_rg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350" y="110025"/>
            <a:ext cx="1690975" cy="16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etchyVTI">
  <a:themeElements>
    <a:clrScheme name="SketchyVTI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2025-05-15T09:54:02Z</dcterms:created>
</cp:coreProperties>
</file>